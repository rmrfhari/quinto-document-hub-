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XzNdkDk0NvwFsly4ioKluNydn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7" name="Google Shape;72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5" name="Google Shape;7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4" name="Google Shape;7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2" name="Google Shape;75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0" name="Google Shape;76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8" name="Google Shape;76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5" name="Google Shape;77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2" name="Google Shape;79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9" name="Google Shape;79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6" name="Google Shape;8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3" name="Google Shape;81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7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8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8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7.jp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8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0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0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2.png"/><Relationship Id="rId4" Type="http://schemas.openxmlformats.org/officeDocument/2006/relationships/image" Target="../media/image7.jp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jp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picture" showMasterSp="0">
  <p:cSld name="Title slide with pictur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3"/>
          <p:cNvSpPr/>
          <p:nvPr>
            <p:ph idx="2" type="pic"/>
          </p:nvPr>
        </p:nvSpPr>
        <p:spPr>
          <a:xfrm>
            <a:off x="0" y="0"/>
            <a:ext cx="12192000" cy="4135582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13"/>
          <p:cNvSpPr/>
          <p:nvPr/>
        </p:nvSpPr>
        <p:spPr>
          <a:xfrm>
            <a:off x="4075834" y="3920837"/>
            <a:ext cx="8116166" cy="2937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3"/>
          <p:cNvSpPr txBox="1"/>
          <p:nvPr>
            <p:ph idx="1" type="subTitle"/>
          </p:nvPr>
        </p:nvSpPr>
        <p:spPr>
          <a:xfrm>
            <a:off x="3714750" y="6084889"/>
            <a:ext cx="7410450" cy="601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13"/>
          <p:cNvSpPr txBox="1"/>
          <p:nvPr>
            <p:ph type="ctrTitle"/>
          </p:nvPr>
        </p:nvSpPr>
        <p:spPr>
          <a:xfrm>
            <a:off x="3714750" y="4419600"/>
            <a:ext cx="7391400" cy="14991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  <a:defRPr sz="54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/>
          <p:nvPr/>
        </p:nvSpPr>
        <p:spPr>
          <a:xfrm>
            <a:off x="982265" y="4821836"/>
            <a:ext cx="1869902" cy="11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524170" y="857251"/>
            <a:ext cx="1143541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4"/>
          <p:cNvSpPr txBox="1"/>
          <p:nvPr>
            <p:ph type="title"/>
          </p:nvPr>
        </p:nvSpPr>
        <p:spPr>
          <a:xfrm>
            <a:off x="524170" y="371913"/>
            <a:ext cx="11216750" cy="41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Shape&#10;&#10;Description automatically generated with medium confidence" id="27" name="Google Shape;27;p14"/>
          <p:cNvPicPr preferRelativeResize="0"/>
          <p:nvPr/>
        </p:nvPicPr>
        <p:blipFill rotWithShape="1">
          <a:blip r:embed="rId2">
            <a:alphaModFix amt="30000"/>
          </a:blip>
          <a:srcRect b="0" l="0" r="0" t="1901"/>
          <a:stretch/>
        </p:blipFill>
        <p:spPr>
          <a:xfrm>
            <a:off x="166914" y="0"/>
            <a:ext cx="1202508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Dark version">
  <p:cSld name="Title Only Dark version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12191997" cy="6858000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524170" y="857251"/>
            <a:ext cx="1122491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15"/>
          <p:cNvSpPr txBox="1"/>
          <p:nvPr>
            <p:ph type="title"/>
          </p:nvPr>
        </p:nvSpPr>
        <p:spPr>
          <a:xfrm>
            <a:off x="524170" y="371913"/>
            <a:ext cx="11216750" cy="41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2" type="body"/>
          </p:nvPr>
        </p:nvSpPr>
        <p:spPr>
          <a:xfrm>
            <a:off x="524170" y="1449388"/>
            <a:ext cx="10138388" cy="4837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  <a:defRPr>
                <a:solidFill>
                  <a:srgbClr val="F2F2F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200"/>
              <a:buNone/>
              <a:defRPr>
                <a:solidFill>
                  <a:srgbClr val="F2F2F2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200"/>
              <a:buChar char="•"/>
              <a:defRPr>
                <a:solidFill>
                  <a:srgbClr val="F2F2F2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100"/>
              <a:buChar char="•"/>
              <a:defRPr>
                <a:solidFill>
                  <a:srgbClr val="F2F2F2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100"/>
              <a:buChar char="•"/>
              <a:defRPr>
                <a:solidFill>
                  <a:srgbClr val="F2F2F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logo" showMasterSp="0">
  <p:cSld name="only logo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/>
          <p:nvPr/>
        </p:nvSpPr>
        <p:spPr>
          <a:xfrm>
            <a:off x="0" y="0"/>
            <a:ext cx="12202885" cy="6858000"/>
          </a:xfrm>
          <a:prstGeom prst="rect">
            <a:avLst/>
          </a:prstGeom>
          <a:solidFill>
            <a:srgbClr val="1E14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6"/>
          <p:cNvSpPr/>
          <p:nvPr/>
        </p:nvSpPr>
        <p:spPr>
          <a:xfrm rot="-6300000">
            <a:off x="4054184" y="-3154922"/>
            <a:ext cx="10428036" cy="9323976"/>
          </a:xfrm>
          <a:custGeom>
            <a:rect b="b" l="l" r="r" t="t"/>
            <a:pathLst>
              <a:path extrusionOk="0" h="7248525" w="810577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0">
                <a:srgbClr val="312A8B"/>
              </a:gs>
              <a:gs pos="24000">
                <a:srgbClr val="312A8B"/>
              </a:gs>
              <a:gs pos="90000">
                <a:srgbClr val="312A8B">
                  <a:alpha val="0"/>
                </a:srgbClr>
              </a:gs>
              <a:gs pos="100000">
                <a:srgbClr val="312A8B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6"/>
          <p:cNvSpPr/>
          <p:nvPr/>
        </p:nvSpPr>
        <p:spPr>
          <a:xfrm rot="9669243">
            <a:off x="-3866786" y="78809"/>
            <a:ext cx="10755282" cy="9616574"/>
          </a:xfrm>
          <a:custGeom>
            <a:rect b="b" l="l" r="r" t="t"/>
            <a:pathLst>
              <a:path extrusionOk="0" h="7248525" w="810577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0">
                <a:srgbClr val="281E4C"/>
              </a:gs>
              <a:gs pos="73000">
                <a:srgbClr val="281E4C">
                  <a:alpha val="0"/>
                </a:srgbClr>
              </a:gs>
              <a:gs pos="100000">
                <a:srgbClr val="281E4C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6"/>
          <p:cNvSpPr/>
          <p:nvPr/>
        </p:nvSpPr>
        <p:spPr>
          <a:xfrm rot="9669243">
            <a:off x="7613716" y="105950"/>
            <a:ext cx="10092738" cy="9024176"/>
          </a:xfrm>
          <a:custGeom>
            <a:rect b="b" l="l" r="r" t="t"/>
            <a:pathLst>
              <a:path extrusionOk="0" h="7248525" w="810577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0">
                <a:srgbClr val="3E3C90"/>
              </a:gs>
              <a:gs pos="18000">
                <a:srgbClr val="3E3C90"/>
              </a:gs>
              <a:gs pos="100000">
                <a:srgbClr val="3E3C90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, company name&#10;&#10;Description automatically generated" id="40" name="Google Shape;4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02765" y="1914362"/>
            <a:ext cx="4386470" cy="2711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97" cy="6886921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descr="Logo, company name&#10;&#10;Description automatically generated" id="43" name="Google Shape;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4462" y="609600"/>
            <a:ext cx="1868010" cy="1154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5" y="127"/>
            <a:ext cx="12191550" cy="6857747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7"/>
          <p:cNvSpPr txBox="1"/>
          <p:nvPr>
            <p:ph type="ctrTitle"/>
          </p:nvPr>
        </p:nvSpPr>
        <p:spPr>
          <a:xfrm>
            <a:off x="1524000" y="2387599"/>
            <a:ext cx="9144000" cy="19690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" type="subTitle"/>
          </p:nvPr>
        </p:nvSpPr>
        <p:spPr>
          <a:xfrm>
            <a:off x="1524000" y="4618038"/>
            <a:ext cx="9144000" cy="732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47" name="Google Shape;47;p17"/>
          <p:cNvPicPr preferRelativeResize="0"/>
          <p:nvPr/>
        </p:nvPicPr>
        <p:blipFill rotWithShape="1">
          <a:blip r:embed="rId5">
            <a:alphaModFix amt="40000"/>
          </a:blip>
          <a:srcRect b="0" l="0" r="0" t="3196"/>
          <a:stretch/>
        </p:blipFill>
        <p:spPr>
          <a:xfrm>
            <a:off x="-1" y="0"/>
            <a:ext cx="1218598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nimated title slide" showMasterSp="0">
  <p:cSld name="Animated title slide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/>
          <p:nvPr/>
        </p:nvSpPr>
        <p:spPr>
          <a:xfrm>
            <a:off x="0" y="0"/>
            <a:ext cx="12202885" cy="6858000"/>
          </a:xfrm>
          <a:prstGeom prst="rect">
            <a:avLst/>
          </a:prstGeom>
          <a:solidFill>
            <a:srgbClr val="1E14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8"/>
          <p:cNvSpPr/>
          <p:nvPr/>
        </p:nvSpPr>
        <p:spPr>
          <a:xfrm rot="-6300000">
            <a:off x="4054184" y="-3154922"/>
            <a:ext cx="10428036" cy="9323976"/>
          </a:xfrm>
          <a:custGeom>
            <a:rect b="b" l="l" r="r" t="t"/>
            <a:pathLst>
              <a:path extrusionOk="0" h="7248525" w="810577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0">
                <a:srgbClr val="312A8B"/>
              </a:gs>
              <a:gs pos="24000">
                <a:srgbClr val="312A8B"/>
              </a:gs>
              <a:gs pos="90000">
                <a:srgbClr val="312A8B">
                  <a:alpha val="0"/>
                </a:srgbClr>
              </a:gs>
              <a:gs pos="100000">
                <a:srgbClr val="312A8B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8"/>
          <p:cNvSpPr/>
          <p:nvPr/>
        </p:nvSpPr>
        <p:spPr>
          <a:xfrm rot="9669243">
            <a:off x="-939113" y="-3901261"/>
            <a:ext cx="9822144" cy="8782232"/>
          </a:xfrm>
          <a:custGeom>
            <a:rect b="b" l="l" r="r" t="t"/>
            <a:pathLst>
              <a:path extrusionOk="0" h="7248525" w="810577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0">
                <a:srgbClr val="5154B6"/>
              </a:gs>
              <a:gs pos="26000">
                <a:srgbClr val="5154B6"/>
              </a:gs>
              <a:gs pos="100000">
                <a:srgbClr val="5154B6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8"/>
          <p:cNvSpPr/>
          <p:nvPr/>
        </p:nvSpPr>
        <p:spPr>
          <a:xfrm rot="9669243">
            <a:off x="-3866786" y="78809"/>
            <a:ext cx="10755282" cy="9616574"/>
          </a:xfrm>
          <a:custGeom>
            <a:rect b="b" l="l" r="r" t="t"/>
            <a:pathLst>
              <a:path extrusionOk="0" h="7248525" w="810577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0">
                <a:srgbClr val="281E4C"/>
              </a:gs>
              <a:gs pos="73000">
                <a:srgbClr val="281E4C">
                  <a:alpha val="0"/>
                </a:srgbClr>
              </a:gs>
              <a:gs pos="100000">
                <a:srgbClr val="281E4C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8"/>
          <p:cNvSpPr/>
          <p:nvPr/>
        </p:nvSpPr>
        <p:spPr>
          <a:xfrm rot="9669243">
            <a:off x="-296471" y="577049"/>
            <a:ext cx="12784940" cy="11431344"/>
          </a:xfrm>
          <a:custGeom>
            <a:rect b="b" l="l" r="r" t="t"/>
            <a:pathLst>
              <a:path extrusionOk="0" h="7248525" w="810577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0">
                <a:srgbClr val="1E1343"/>
              </a:gs>
              <a:gs pos="58000">
                <a:srgbClr val="1E1343">
                  <a:alpha val="0"/>
                </a:srgbClr>
              </a:gs>
              <a:gs pos="100000">
                <a:srgbClr val="1E134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8"/>
          <p:cNvSpPr/>
          <p:nvPr/>
        </p:nvSpPr>
        <p:spPr>
          <a:xfrm rot="9669243">
            <a:off x="7613716" y="105950"/>
            <a:ext cx="10092738" cy="9024176"/>
          </a:xfrm>
          <a:custGeom>
            <a:rect b="b" l="l" r="r" t="t"/>
            <a:pathLst>
              <a:path extrusionOk="0" h="7248525" w="810577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0">
                <a:srgbClr val="3E3C90"/>
              </a:gs>
              <a:gs pos="18000">
                <a:srgbClr val="3E3C90"/>
              </a:gs>
              <a:gs pos="100000">
                <a:srgbClr val="3E3C90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8"/>
          <p:cNvSpPr txBox="1"/>
          <p:nvPr>
            <p:ph type="ctrTitle"/>
          </p:nvPr>
        </p:nvSpPr>
        <p:spPr>
          <a:xfrm>
            <a:off x="1524000" y="2387599"/>
            <a:ext cx="9144000" cy="19690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subTitle"/>
          </p:nvPr>
        </p:nvSpPr>
        <p:spPr>
          <a:xfrm>
            <a:off x="1524000" y="4618038"/>
            <a:ext cx="9144000" cy="732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7" name="Google Shape;57;p18"/>
          <p:cNvSpPr txBox="1"/>
          <p:nvPr>
            <p:ph idx="10" type="dt"/>
          </p:nvPr>
        </p:nvSpPr>
        <p:spPr>
          <a:xfrm>
            <a:off x="838200" y="87947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8"/>
          <p:cNvSpPr txBox="1"/>
          <p:nvPr>
            <p:ph idx="11" type="ftr"/>
          </p:nvPr>
        </p:nvSpPr>
        <p:spPr>
          <a:xfrm>
            <a:off x="4038600" y="87947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2" type="sldNum"/>
          </p:nvPr>
        </p:nvSpPr>
        <p:spPr>
          <a:xfrm>
            <a:off x="8610600" y="87947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Logo, company name&#10;&#10;Description automatically generated" id="60" name="Google Shape;60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254462" y="609600"/>
            <a:ext cx="1868010" cy="1154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" y="126"/>
            <a:ext cx="12191550" cy="6857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 white" showMasterSp="0">
  <p:cSld name="Title Slide 2 whit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94" y="557"/>
            <a:ext cx="12191011" cy="6857443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9"/>
          <p:cNvSpPr/>
          <p:nvPr/>
        </p:nvSpPr>
        <p:spPr>
          <a:xfrm>
            <a:off x="891203" y="609600"/>
            <a:ext cx="1869902" cy="11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9"/>
          <p:cNvSpPr txBox="1"/>
          <p:nvPr>
            <p:ph type="ctrTitle"/>
          </p:nvPr>
        </p:nvSpPr>
        <p:spPr>
          <a:xfrm>
            <a:off x="891203" y="2387600"/>
            <a:ext cx="9288221" cy="77245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" type="subTitle"/>
          </p:nvPr>
        </p:nvSpPr>
        <p:spPr>
          <a:xfrm>
            <a:off x="891203" y="3313674"/>
            <a:ext cx="9288221" cy="732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 dark" showMasterSp="0">
  <p:cSld name="Title Slide 2 dar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97" cy="6886921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descr="Logo, company name&#10;&#10;Description automatically generated" id="70" name="Google Shape;7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203" y="609600"/>
            <a:ext cx="1868010" cy="115459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0"/>
          <p:cNvSpPr txBox="1"/>
          <p:nvPr>
            <p:ph type="ctrTitle"/>
          </p:nvPr>
        </p:nvSpPr>
        <p:spPr>
          <a:xfrm>
            <a:off x="891203" y="2387600"/>
            <a:ext cx="9288221" cy="77245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" type="subTitle"/>
          </p:nvPr>
        </p:nvSpPr>
        <p:spPr>
          <a:xfrm>
            <a:off x="891203" y="3313674"/>
            <a:ext cx="9288221" cy="732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73" name="Google Shape;73;p20"/>
          <p:cNvPicPr preferRelativeResize="0"/>
          <p:nvPr/>
        </p:nvPicPr>
        <p:blipFill rotWithShape="1">
          <a:blip r:embed="rId4">
            <a:alphaModFix amt="40000"/>
          </a:blip>
          <a:srcRect b="0" l="0" r="0" t="3196"/>
          <a:stretch/>
        </p:blipFill>
        <p:spPr>
          <a:xfrm>
            <a:off x="-1" y="0"/>
            <a:ext cx="12185987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5" y="1953142"/>
            <a:ext cx="12191011" cy="4948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/>
          <p:nvPr>
            <p:ph idx="1" type="body"/>
          </p:nvPr>
        </p:nvSpPr>
        <p:spPr>
          <a:xfrm>
            <a:off x="524170" y="857251"/>
            <a:ext cx="1143541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21"/>
          <p:cNvSpPr txBox="1"/>
          <p:nvPr>
            <p:ph type="title"/>
          </p:nvPr>
        </p:nvSpPr>
        <p:spPr>
          <a:xfrm>
            <a:off x="524170" y="371913"/>
            <a:ext cx="11216750" cy="41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Only">
  <p:cSld name="3_Title 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/>
          <p:nvPr>
            <p:ph idx="1" type="body"/>
          </p:nvPr>
        </p:nvSpPr>
        <p:spPr>
          <a:xfrm>
            <a:off x="524170" y="857251"/>
            <a:ext cx="1143541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22"/>
          <p:cNvSpPr txBox="1"/>
          <p:nvPr>
            <p:ph type="title"/>
          </p:nvPr>
        </p:nvSpPr>
        <p:spPr>
          <a:xfrm>
            <a:off x="524170" y="371913"/>
            <a:ext cx="11216750" cy="41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1172" y="-22321"/>
            <a:ext cx="210610" cy="6902642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hite">
  <p:cSld name="Title and Content Whit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/>
          <p:nvPr>
            <p:ph type="title"/>
          </p:nvPr>
        </p:nvSpPr>
        <p:spPr>
          <a:xfrm>
            <a:off x="524170" y="371913"/>
            <a:ext cx="11216750" cy="41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" type="body"/>
          </p:nvPr>
        </p:nvSpPr>
        <p:spPr>
          <a:xfrm>
            <a:off x="524170" y="1449388"/>
            <a:ext cx="10138388" cy="4837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3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23"/>
          <p:cNvSpPr txBox="1"/>
          <p:nvPr>
            <p:ph idx="2" type="body"/>
          </p:nvPr>
        </p:nvSpPr>
        <p:spPr>
          <a:xfrm>
            <a:off x="524170" y="857251"/>
            <a:ext cx="1122491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white">
  <p:cSld name="Two Content whit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 txBox="1"/>
          <p:nvPr>
            <p:ph type="title"/>
          </p:nvPr>
        </p:nvSpPr>
        <p:spPr>
          <a:xfrm>
            <a:off x="524170" y="371913"/>
            <a:ext cx="11216750" cy="41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1" type="body"/>
          </p:nvPr>
        </p:nvSpPr>
        <p:spPr>
          <a:xfrm>
            <a:off x="524171" y="1449388"/>
            <a:ext cx="4453446" cy="44404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" name="Google Shape;97;p24"/>
          <p:cNvSpPr txBox="1"/>
          <p:nvPr>
            <p:ph idx="2" type="body"/>
          </p:nvPr>
        </p:nvSpPr>
        <p:spPr>
          <a:xfrm>
            <a:off x="524170" y="857251"/>
            <a:ext cx="1122491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3" type="body"/>
          </p:nvPr>
        </p:nvSpPr>
        <p:spPr>
          <a:xfrm>
            <a:off x="5604955" y="1449388"/>
            <a:ext cx="4453446" cy="44404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with picture Dark" showMasterSp="0">
  <p:cSld name="Divider with picture Dark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97" cy="6886921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01" name="Google Shape;101;p25"/>
          <p:cNvSpPr txBox="1"/>
          <p:nvPr>
            <p:ph type="ctrTitle"/>
          </p:nvPr>
        </p:nvSpPr>
        <p:spPr>
          <a:xfrm>
            <a:off x="566568" y="2387599"/>
            <a:ext cx="5038166" cy="19690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566568" y="4618038"/>
            <a:ext cx="5038166" cy="732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3" name="Google Shape;103;p25"/>
          <p:cNvSpPr/>
          <p:nvPr>
            <p:ph idx="2" type="pic"/>
          </p:nvPr>
        </p:nvSpPr>
        <p:spPr>
          <a:xfrm>
            <a:off x="6095998" y="-1"/>
            <a:ext cx="6096002" cy="6886921"/>
          </a:xfrm>
          <a:prstGeom prst="rect">
            <a:avLst/>
          </a:prstGeom>
          <a:noFill/>
          <a:ln>
            <a:noFill/>
          </a:ln>
        </p:spPr>
      </p:sp>
      <p:pic>
        <p:nvPicPr>
          <p:cNvPr id="104" name="Google Shape;104;p25"/>
          <p:cNvPicPr preferRelativeResize="0"/>
          <p:nvPr/>
        </p:nvPicPr>
        <p:blipFill rotWithShape="1">
          <a:blip r:embed="rId3">
            <a:alphaModFix amt="40000"/>
          </a:blip>
          <a:srcRect b="0" l="0" r="0" t="3196"/>
          <a:stretch/>
        </p:blipFill>
        <p:spPr>
          <a:xfrm>
            <a:off x="-1" y="0"/>
            <a:ext cx="1218598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with picture white" showMasterSp="0">
  <p:cSld name="Divider with picture white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6"/>
          <p:cNvSpPr txBox="1"/>
          <p:nvPr>
            <p:ph type="ctrTitle"/>
          </p:nvPr>
        </p:nvSpPr>
        <p:spPr>
          <a:xfrm>
            <a:off x="566567" y="2387599"/>
            <a:ext cx="5040000" cy="19690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"/>
              <a:buNone/>
              <a:defRPr sz="6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6"/>
          <p:cNvSpPr txBox="1"/>
          <p:nvPr>
            <p:ph idx="1" type="subTitle"/>
          </p:nvPr>
        </p:nvSpPr>
        <p:spPr>
          <a:xfrm>
            <a:off x="566568" y="4618038"/>
            <a:ext cx="5040000" cy="732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9" name="Google Shape;109;p26"/>
          <p:cNvSpPr/>
          <p:nvPr>
            <p:ph idx="2" type="pic"/>
          </p:nvPr>
        </p:nvSpPr>
        <p:spPr>
          <a:xfrm>
            <a:off x="6095998" y="-1"/>
            <a:ext cx="6096002" cy="6886921"/>
          </a:xfrm>
          <a:prstGeom prst="rect">
            <a:avLst/>
          </a:prstGeom>
          <a:noFill/>
          <a:ln>
            <a:noFill/>
          </a:ln>
        </p:spPr>
      </p:sp>
      <p:pic>
        <p:nvPicPr>
          <p:cNvPr descr="Shape&#10;&#10;Description automatically generated with medium confidence" id="110" name="Google Shape;110;p26"/>
          <p:cNvPicPr preferRelativeResize="0"/>
          <p:nvPr/>
        </p:nvPicPr>
        <p:blipFill rotWithShape="1">
          <a:blip r:embed="rId2">
            <a:alphaModFix amt="30000"/>
          </a:blip>
          <a:srcRect b="0" l="0" r="0" t="3232"/>
          <a:stretch/>
        </p:blipFill>
        <p:spPr>
          <a:xfrm>
            <a:off x="1489" y="0"/>
            <a:ext cx="1219051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vider with picture Dark" showMasterSp="0">
  <p:cSld name="1_Divider with picture Dark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97" cy="6886921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13" name="Google Shape;113;p27"/>
          <p:cNvSpPr txBox="1"/>
          <p:nvPr>
            <p:ph type="ctrTitle"/>
          </p:nvPr>
        </p:nvSpPr>
        <p:spPr>
          <a:xfrm>
            <a:off x="566568" y="2387599"/>
            <a:ext cx="9461852" cy="19690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1" type="subTitle"/>
          </p:nvPr>
        </p:nvSpPr>
        <p:spPr>
          <a:xfrm>
            <a:off x="566568" y="4618038"/>
            <a:ext cx="9461852" cy="732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115" name="Google Shape;115;p27"/>
          <p:cNvPicPr preferRelativeResize="0"/>
          <p:nvPr/>
        </p:nvPicPr>
        <p:blipFill rotWithShape="1">
          <a:blip r:embed="rId3">
            <a:alphaModFix amt="40000"/>
          </a:blip>
          <a:srcRect b="0" l="0" r="0" t="3196"/>
          <a:stretch/>
        </p:blipFill>
        <p:spPr>
          <a:xfrm>
            <a:off x="-1" y="0"/>
            <a:ext cx="1218598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vider with picture white" showMasterSp="0">
  <p:cSld name="1_Divider with picture white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8"/>
          <p:cNvSpPr txBox="1"/>
          <p:nvPr>
            <p:ph type="ctrTitle"/>
          </p:nvPr>
        </p:nvSpPr>
        <p:spPr>
          <a:xfrm>
            <a:off x="566566" y="2387599"/>
            <a:ext cx="9716685" cy="19690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"/>
              <a:buNone/>
              <a:defRPr sz="6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1" type="subTitle"/>
          </p:nvPr>
        </p:nvSpPr>
        <p:spPr>
          <a:xfrm>
            <a:off x="566567" y="4618038"/>
            <a:ext cx="9716685" cy="732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descr="Shape&#10;&#10;Description automatically generated with medium confidence" id="120" name="Google Shape;120;p28"/>
          <p:cNvPicPr preferRelativeResize="0"/>
          <p:nvPr/>
        </p:nvPicPr>
        <p:blipFill rotWithShape="1">
          <a:blip r:embed="rId2">
            <a:alphaModFix amt="30000"/>
          </a:blip>
          <a:srcRect b="0" l="0" r="0" t="3232"/>
          <a:stretch/>
        </p:blipFill>
        <p:spPr>
          <a:xfrm>
            <a:off x="1489" y="0"/>
            <a:ext cx="1219051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picture">
  <p:cSld name="Only picture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ape&#10;&#10;Description automatically generated with medium confidence" id="122" name="Google Shape;122;p29"/>
          <p:cNvPicPr preferRelativeResize="0"/>
          <p:nvPr/>
        </p:nvPicPr>
        <p:blipFill rotWithShape="1">
          <a:blip r:embed="rId2">
            <a:alphaModFix amt="30000"/>
          </a:blip>
          <a:srcRect b="0" l="0" r="0" t="3232"/>
          <a:stretch/>
        </p:blipFill>
        <p:spPr>
          <a:xfrm>
            <a:off x="179882" y="100358"/>
            <a:ext cx="12012118" cy="675764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9"/>
          <p:cNvSpPr/>
          <p:nvPr>
            <p:ph idx="2" type="pic"/>
          </p:nvPr>
        </p:nvSpPr>
        <p:spPr>
          <a:xfrm>
            <a:off x="179882" y="0"/>
            <a:ext cx="12012118" cy="4886793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9"/>
          <p:cNvSpPr txBox="1"/>
          <p:nvPr>
            <p:ph idx="1" type="body"/>
          </p:nvPr>
        </p:nvSpPr>
        <p:spPr>
          <a:xfrm>
            <a:off x="524170" y="857251"/>
            <a:ext cx="1143541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9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type="title"/>
          </p:nvPr>
        </p:nvSpPr>
        <p:spPr>
          <a:xfrm>
            <a:off x="524170" y="371913"/>
            <a:ext cx="11216750" cy="41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3 pictures" showMasterSp="0">
  <p:cSld name="Content and 3 pictures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0"/>
          <p:cNvSpPr/>
          <p:nvPr/>
        </p:nvSpPr>
        <p:spPr>
          <a:xfrm>
            <a:off x="395440" y="1"/>
            <a:ext cx="1179656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0"/>
          <p:cNvSpPr txBox="1"/>
          <p:nvPr>
            <p:ph idx="1" type="body"/>
          </p:nvPr>
        </p:nvSpPr>
        <p:spPr>
          <a:xfrm rot="-5400000">
            <a:off x="8264407" y="2738763"/>
            <a:ext cx="5843364" cy="1109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30"/>
          <p:cNvSpPr/>
          <p:nvPr>
            <p:ph idx="2" type="pic"/>
          </p:nvPr>
        </p:nvSpPr>
        <p:spPr>
          <a:xfrm>
            <a:off x="6837240" y="-1"/>
            <a:ext cx="3291511" cy="2285997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30"/>
          <p:cNvSpPr/>
          <p:nvPr>
            <p:ph idx="3" type="pic"/>
          </p:nvPr>
        </p:nvSpPr>
        <p:spPr>
          <a:xfrm>
            <a:off x="6837240" y="2285996"/>
            <a:ext cx="3291511" cy="2285997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30"/>
          <p:cNvSpPr/>
          <p:nvPr>
            <p:ph idx="4" type="pic"/>
          </p:nvPr>
        </p:nvSpPr>
        <p:spPr>
          <a:xfrm>
            <a:off x="6837240" y="4571993"/>
            <a:ext cx="3291511" cy="2285997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30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0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30"/>
          <p:cNvSpPr txBox="1"/>
          <p:nvPr>
            <p:ph type="title"/>
          </p:nvPr>
        </p:nvSpPr>
        <p:spPr>
          <a:xfrm>
            <a:off x="524170" y="371913"/>
            <a:ext cx="5571830" cy="809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5" type="body"/>
          </p:nvPr>
        </p:nvSpPr>
        <p:spPr>
          <a:xfrm>
            <a:off x="524170" y="1299039"/>
            <a:ext cx="557183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30"/>
          <p:cNvSpPr txBox="1"/>
          <p:nvPr>
            <p:ph idx="6" type="body"/>
          </p:nvPr>
        </p:nvSpPr>
        <p:spPr>
          <a:xfrm>
            <a:off x="524170" y="1910992"/>
            <a:ext cx="5571830" cy="4375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0" name="Google Shape;140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98750" y="1"/>
            <a:ext cx="77492" cy="6858000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41" name="Google Shape;14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4630" y="-15394"/>
            <a:ext cx="210610" cy="6902642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black" showMasterSp="0">
  <p:cSld name="Title and Content black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12191997" cy="6858000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44" name="Google Shape;144;p31"/>
          <p:cNvSpPr txBox="1"/>
          <p:nvPr>
            <p:ph type="title"/>
          </p:nvPr>
        </p:nvSpPr>
        <p:spPr>
          <a:xfrm>
            <a:off x="524170" y="371913"/>
            <a:ext cx="11216750" cy="41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1"/>
          <p:cNvSpPr txBox="1"/>
          <p:nvPr>
            <p:ph idx="1" type="body"/>
          </p:nvPr>
        </p:nvSpPr>
        <p:spPr>
          <a:xfrm>
            <a:off x="524170" y="1449388"/>
            <a:ext cx="10138388" cy="4837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31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31"/>
          <p:cNvSpPr txBox="1"/>
          <p:nvPr>
            <p:ph idx="2" type="body"/>
          </p:nvPr>
        </p:nvSpPr>
        <p:spPr>
          <a:xfrm>
            <a:off x="524170" y="857251"/>
            <a:ext cx="1121675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9" name="Google Shape;149;p31"/>
          <p:cNvPicPr preferRelativeResize="0"/>
          <p:nvPr/>
        </p:nvPicPr>
        <p:blipFill rotWithShape="1">
          <a:blip r:embed="rId3">
            <a:alphaModFix amt="40000"/>
          </a:blip>
          <a:srcRect b="0" l="0" r="0" t="3196"/>
          <a:stretch/>
        </p:blipFill>
        <p:spPr>
          <a:xfrm>
            <a:off x="-1" y="0"/>
            <a:ext cx="1218598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Dark" showMasterSp="0">
  <p:cSld name="Two Content Dark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12191997" cy="6858000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52" name="Google Shape;152;p32"/>
          <p:cNvSpPr txBox="1"/>
          <p:nvPr>
            <p:ph type="title"/>
          </p:nvPr>
        </p:nvSpPr>
        <p:spPr>
          <a:xfrm>
            <a:off x="524170" y="371913"/>
            <a:ext cx="11216750" cy="41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2"/>
          <p:cNvSpPr txBox="1"/>
          <p:nvPr>
            <p:ph idx="1" type="body"/>
          </p:nvPr>
        </p:nvSpPr>
        <p:spPr>
          <a:xfrm>
            <a:off x="524170" y="1449388"/>
            <a:ext cx="5288801" cy="4837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32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2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32"/>
          <p:cNvSpPr txBox="1"/>
          <p:nvPr>
            <p:ph idx="2" type="body"/>
          </p:nvPr>
        </p:nvSpPr>
        <p:spPr>
          <a:xfrm>
            <a:off x="524170" y="857251"/>
            <a:ext cx="1122491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32"/>
          <p:cNvSpPr txBox="1"/>
          <p:nvPr>
            <p:ph idx="3" type="body"/>
          </p:nvPr>
        </p:nvSpPr>
        <p:spPr>
          <a:xfrm>
            <a:off x="6223519" y="1449388"/>
            <a:ext cx="5288801" cy="4837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8" name="Google Shape;158;p32"/>
          <p:cNvPicPr preferRelativeResize="0"/>
          <p:nvPr/>
        </p:nvPicPr>
        <p:blipFill rotWithShape="1">
          <a:blip r:embed="rId3">
            <a:alphaModFix amt="40000"/>
          </a:blip>
          <a:srcRect b="0" l="0" r="0" t="3196"/>
          <a:stretch/>
        </p:blipFill>
        <p:spPr>
          <a:xfrm>
            <a:off x="-1" y="0"/>
            <a:ext cx="1218598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boxes with pictures" showMasterSp="0">
  <p:cSld name="3 boxes with pictures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33"/>
          <p:cNvSpPr/>
          <p:nvPr>
            <p:ph idx="2" type="pic"/>
          </p:nvPr>
        </p:nvSpPr>
        <p:spPr>
          <a:xfrm>
            <a:off x="0" y="3429000"/>
            <a:ext cx="4060431" cy="3429000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33"/>
          <p:cNvSpPr/>
          <p:nvPr>
            <p:ph idx="3" type="pic"/>
          </p:nvPr>
        </p:nvSpPr>
        <p:spPr>
          <a:xfrm>
            <a:off x="8131569" y="3429000"/>
            <a:ext cx="4060431" cy="34290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/>
          <p:nvPr>
            <p:ph idx="4" type="pic"/>
          </p:nvPr>
        </p:nvSpPr>
        <p:spPr>
          <a:xfrm>
            <a:off x="4072186" y="0"/>
            <a:ext cx="4060431" cy="3428412"/>
          </a:xfrm>
          <a:prstGeom prst="rect">
            <a:avLst/>
          </a:prstGeom>
          <a:noFill/>
          <a:ln>
            <a:noFill/>
          </a:ln>
        </p:spPr>
      </p:sp>
      <p:sp>
        <p:nvSpPr>
          <p:cNvPr id="164" name="Google Shape;164;p33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3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p33"/>
          <p:cNvSpPr txBox="1"/>
          <p:nvPr>
            <p:ph idx="1" type="body"/>
          </p:nvPr>
        </p:nvSpPr>
        <p:spPr>
          <a:xfrm>
            <a:off x="470642" y="955963"/>
            <a:ext cx="3048411" cy="1953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33"/>
          <p:cNvSpPr txBox="1"/>
          <p:nvPr>
            <p:ph idx="5" type="body"/>
          </p:nvPr>
        </p:nvSpPr>
        <p:spPr>
          <a:xfrm>
            <a:off x="8672947" y="955963"/>
            <a:ext cx="3048411" cy="1953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33"/>
          <p:cNvSpPr txBox="1"/>
          <p:nvPr>
            <p:ph idx="6" type="body"/>
          </p:nvPr>
        </p:nvSpPr>
        <p:spPr>
          <a:xfrm>
            <a:off x="4530025" y="4391890"/>
            <a:ext cx="3048411" cy="1953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boxes with pictures" showMasterSp="0">
  <p:cSld name="4 boxes with pictures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4"/>
          <p:cNvSpPr/>
          <p:nvPr>
            <p:ph idx="2" type="pic"/>
          </p:nvPr>
        </p:nvSpPr>
        <p:spPr>
          <a:xfrm>
            <a:off x="1" y="3429000"/>
            <a:ext cx="3051358" cy="34290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/>
          <p:nvPr>
            <p:ph idx="3" type="pic"/>
          </p:nvPr>
        </p:nvSpPr>
        <p:spPr>
          <a:xfrm>
            <a:off x="3045439" y="0"/>
            <a:ext cx="3052800" cy="34290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34"/>
          <p:cNvSpPr/>
          <p:nvPr>
            <p:ph idx="4" type="pic"/>
          </p:nvPr>
        </p:nvSpPr>
        <p:spPr>
          <a:xfrm>
            <a:off x="6092319" y="3429000"/>
            <a:ext cx="3052800" cy="34290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5" type="pic"/>
          </p:nvPr>
        </p:nvSpPr>
        <p:spPr>
          <a:xfrm>
            <a:off x="9139200" y="0"/>
            <a:ext cx="3052800" cy="34290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34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" name="Google Shape;177;p34"/>
          <p:cNvSpPr txBox="1"/>
          <p:nvPr>
            <p:ph idx="1" type="body"/>
          </p:nvPr>
        </p:nvSpPr>
        <p:spPr>
          <a:xfrm>
            <a:off x="470642" y="955963"/>
            <a:ext cx="2106303" cy="1953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p34"/>
          <p:cNvSpPr txBox="1"/>
          <p:nvPr>
            <p:ph idx="6" type="body"/>
          </p:nvPr>
        </p:nvSpPr>
        <p:spPr>
          <a:xfrm>
            <a:off x="6553201" y="955963"/>
            <a:ext cx="2106303" cy="1953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p34"/>
          <p:cNvSpPr txBox="1"/>
          <p:nvPr>
            <p:ph idx="7" type="body"/>
          </p:nvPr>
        </p:nvSpPr>
        <p:spPr>
          <a:xfrm>
            <a:off x="3504788" y="4391890"/>
            <a:ext cx="2106303" cy="1953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34"/>
          <p:cNvSpPr txBox="1"/>
          <p:nvPr>
            <p:ph idx="8" type="body"/>
          </p:nvPr>
        </p:nvSpPr>
        <p:spPr>
          <a:xfrm>
            <a:off x="9614643" y="4391890"/>
            <a:ext cx="2106303" cy="1953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s and content dark" showMasterSp="0">
  <p:cSld name="Pictures and content dark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12191997" cy="6858000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83" name="Google Shape;183;p35"/>
          <p:cNvSpPr txBox="1"/>
          <p:nvPr>
            <p:ph idx="11" type="ftr"/>
          </p:nvPr>
        </p:nvSpPr>
        <p:spPr>
          <a:xfrm>
            <a:off x="10333973" y="6566624"/>
            <a:ext cx="1406946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35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p35"/>
          <p:cNvSpPr txBox="1"/>
          <p:nvPr>
            <p:ph type="title"/>
          </p:nvPr>
        </p:nvSpPr>
        <p:spPr>
          <a:xfrm>
            <a:off x="524170" y="371913"/>
            <a:ext cx="3447679" cy="1252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35"/>
          <p:cNvSpPr/>
          <p:nvPr>
            <p:ph idx="2" type="pic"/>
          </p:nvPr>
        </p:nvSpPr>
        <p:spPr>
          <a:xfrm>
            <a:off x="4251724" y="1"/>
            <a:ext cx="2754177" cy="2190710"/>
          </a:xfrm>
          <a:prstGeom prst="rect">
            <a:avLst/>
          </a:prstGeom>
          <a:noFill/>
          <a:ln>
            <a:noFill/>
          </a:ln>
        </p:spPr>
      </p:sp>
      <p:sp>
        <p:nvSpPr>
          <p:cNvPr id="187" name="Google Shape;187;p35"/>
          <p:cNvSpPr/>
          <p:nvPr>
            <p:ph idx="3" type="pic"/>
          </p:nvPr>
        </p:nvSpPr>
        <p:spPr>
          <a:xfrm>
            <a:off x="4251724" y="4817327"/>
            <a:ext cx="2754177" cy="2040671"/>
          </a:xfrm>
          <a:prstGeom prst="rect">
            <a:avLst/>
          </a:prstGeom>
          <a:noFill/>
          <a:ln>
            <a:noFill/>
          </a:ln>
        </p:spPr>
      </p:sp>
      <p:sp>
        <p:nvSpPr>
          <p:cNvPr id="188" name="Google Shape;188;p35"/>
          <p:cNvSpPr/>
          <p:nvPr/>
        </p:nvSpPr>
        <p:spPr>
          <a:xfrm>
            <a:off x="7095583" y="1"/>
            <a:ext cx="2754177" cy="350728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5"/>
          <p:cNvSpPr/>
          <p:nvPr/>
        </p:nvSpPr>
        <p:spPr>
          <a:xfrm>
            <a:off x="4251723" y="2259654"/>
            <a:ext cx="2754177" cy="24573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5"/>
          <p:cNvSpPr/>
          <p:nvPr/>
        </p:nvSpPr>
        <p:spPr>
          <a:xfrm>
            <a:off x="7095583" y="3607496"/>
            <a:ext cx="2754177" cy="32505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5"/>
          <p:cNvSpPr txBox="1"/>
          <p:nvPr>
            <p:ph idx="1" type="body"/>
          </p:nvPr>
        </p:nvSpPr>
        <p:spPr>
          <a:xfrm>
            <a:off x="7314275" y="3820438"/>
            <a:ext cx="2255610" cy="26472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indent="-295275" lvl="2" marL="1371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900"/>
              <a:buChar char="•"/>
              <a:defRPr sz="9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2" name="Google Shape;192;p35"/>
          <p:cNvSpPr txBox="1"/>
          <p:nvPr>
            <p:ph idx="4" type="body"/>
          </p:nvPr>
        </p:nvSpPr>
        <p:spPr>
          <a:xfrm>
            <a:off x="7314275" y="481265"/>
            <a:ext cx="2255610" cy="267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indent="-295275" lvl="2" marL="1371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900"/>
              <a:buChar char="•"/>
              <a:defRPr sz="9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3" name="Google Shape;193;p35"/>
          <p:cNvSpPr txBox="1"/>
          <p:nvPr>
            <p:ph idx="5" type="body"/>
          </p:nvPr>
        </p:nvSpPr>
        <p:spPr>
          <a:xfrm>
            <a:off x="4495919" y="2448102"/>
            <a:ext cx="2255610" cy="2023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indent="-295275" lvl="2" marL="1371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900"/>
              <a:buChar char="•"/>
              <a:defRPr sz="9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4" name="Google Shape;194;p35"/>
          <p:cNvSpPr/>
          <p:nvPr>
            <p:ph idx="6" type="pic"/>
          </p:nvPr>
        </p:nvSpPr>
        <p:spPr>
          <a:xfrm>
            <a:off x="10333973" y="371914"/>
            <a:ext cx="1858027" cy="5914586"/>
          </a:xfrm>
          <a:prstGeom prst="rect">
            <a:avLst/>
          </a:prstGeom>
          <a:noFill/>
          <a:ln>
            <a:noFill/>
          </a:ln>
        </p:spPr>
      </p:sp>
      <p:sp>
        <p:nvSpPr>
          <p:cNvPr id="195" name="Google Shape;195;p35"/>
          <p:cNvSpPr txBox="1"/>
          <p:nvPr>
            <p:ph idx="7" type="body"/>
          </p:nvPr>
        </p:nvSpPr>
        <p:spPr>
          <a:xfrm>
            <a:off x="524170" y="1780302"/>
            <a:ext cx="3447679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" name="Google Shape;196;p35"/>
          <p:cNvSpPr txBox="1"/>
          <p:nvPr>
            <p:ph idx="8" type="body"/>
          </p:nvPr>
        </p:nvSpPr>
        <p:spPr>
          <a:xfrm>
            <a:off x="524170" y="2891115"/>
            <a:ext cx="3487536" cy="3395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97" name="Google Shape;197;p35"/>
          <p:cNvPicPr preferRelativeResize="0"/>
          <p:nvPr/>
        </p:nvPicPr>
        <p:blipFill rotWithShape="1">
          <a:blip r:embed="rId3">
            <a:alphaModFix amt="40000"/>
          </a:blip>
          <a:srcRect b="0" l="0" r="0" t="3196"/>
          <a:stretch/>
        </p:blipFill>
        <p:spPr>
          <a:xfrm>
            <a:off x="-1" y="0"/>
            <a:ext cx="1218598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s and content white">
  <p:cSld name="Pictures and content white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/>
          <p:nvPr/>
        </p:nvSpPr>
        <p:spPr>
          <a:xfrm>
            <a:off x="0" y="1748117"/>
            <a:ext cx="12192000" cy="510988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6"/>
          <p:cNvSpPr txBox="1"/>
          <p:nvPr>
            <p:ph idx="11" type="ftr"/>
          </p:nvPr>
        </p:nvSpPr>
        <p:spPr>
          <a:xfrm>
            <a:off x="10333973" y="6566624"/>
            <a:ext cx="1406946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36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" name="Google Shape;202;p36"/>
          <p:cNvSpPr txBox="1"/>
          <p:nvPr>
            <p:ph type="title"/>
          </p:nvPr>
        </p:nvSpPr>
        <p:spPr>
          <a:xfrm>
            <a:off x="524170" y="371913"/>
            <a:ext cx="3447679" cy="1252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6"/>
          <p:cNvSpPr/>
          <p:nvPr>
            <p:ph idx="2" type="pic"/>
          </p:nvPr>
        </p:nvSpPr>
        <p:spPr>
          <a:xfrm>
            <a:off x="4251724" y="1"/>
            <a:ext cx="2754177" cy="219071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36"/>
          <p:cNvSpPr/>
          <p:nvPr>
            <p:ph idx="3" type="pic"/>
          </p:nvPr>
        </p:nvSpPr>
        <p:spPr>
          <a:xfrm>
            <a:off x="4251724" y="4817327"/>
            <a:ext cx="2754177" cy="2040671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36"/>
          <p:cNvSpPr/>
          <p:nvPr/>
        </p:nvSpPr>
        <p:spPr>
          <a:xfrm>
            <a:off x="7095583" y="1"/>
            <a:ext cx="2754177" cy="350728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6"/>
          <p:cNvSpPr/>
          <p:nvPr/>
        </p:nvSpPr>
        <p:spPr>
          <a:xfrm>
            <a:off x="4251723" y="2259654"/>
            <a:ext cx="2754177" cy="245731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6"/>
          <p:cNvSpPr/>
          <p:nvPr/>
        </p:nvSpPr>
        <p:spPr>
          <a:xfrm>
            <a:off x="7095583" y="3607496"/>
            <a:ext cx="2754177" cy="32505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6"/>
          <p:cNvSpPr txBox="1"/>
          <p:nvPr>
            <p:ph idx="1" type="body"/>
          </p:nvPr>
        </p:nvSpPr>
        <p:spPr>
          <a:xfrm>
            <a:off x="7314275" y="3820438"/>
            <a:ext cx="2255610" cy="26472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indent="-295275" lvl="2" marL="1371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050"/>
              <a:buChar char="•"/>
              <a:defRPr sz="1050"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9" name="Google Shape;209;p36"/>
          <p:cNvSpPr txBox="1"/>
          <p:nvPr>
            <p:ph idx="4" type="body"/>
          </p:nvPr>
        </p:nvSpPr>
        <p:spPr>
          <a:xfrm>
            <a:off x="7314275" y="481265"/>
            <a:ext cx="2255610" cy="267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indent="-295275" lvl="2" marL="1371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050"/>
              <a:buChar char="•"/>
              <a:defRPr sz="1050"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0" name="Google Shape;210;p36"/>
          <p:cNvSpPr txBox="1"/>
          <p:nvPr>
            <p:ph idx="5" type="body"/>
          </p:nvPr>
        </p:nvSpPr>
        <p:spPr>
          <a:xfrm>
            <a:off x="4495919" y="2448102"/>
            <a:ext cx="2255610" cy="2023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indent="-295275" lvl="2" marL="1371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050"/>
              <a:buChar char="•"/>
              <a:defRPr sz="1050"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1" name="Google Shape;211;p36"/>
          <p:cNvSpPr/>
          <p:nvPr>
            <p:ph idx="6" type="pic"/>
          </p:nvPr>
        </p:nvSpPr>
        <p:spPr>
          <a:xfrm>
            <a:off x="10333973" y="371914"/>
            <a:ext cx="1858027" cy="5914586"/>
          </a:xfrm>
          <a:prstGeom prst="rect">
            <a:avLst/>
          </a:prstGeom>
          <a:noFill/>
          <a:ln>
            <a:noFill/>
          </a:ln>
        </p:spPr>
      </p:sp>
      <p:sp>
        <p:nvSpPr>
          <p:cNvPr id="212" name="Google Shape;212;p36"/>
          <p:cNvSpPr txBox="1"/>
          <p:nvPr>
            <p:ph idx="7" type="body"/>
          </p:nvPr>
        </p:nvSpPr>
        <p:spPr>
          <a:xfrm>
            <a:off x="524170" y="1780302"/>
            <a:ext cx="3447679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3" name="Google Shape;213;p36"/>
          <p:cNvSpPr txBox="1"/>
          <p:nvPr>
            <p:ph idx="8" type="body"/>
          </p:nvPr>
        </p:nvSpPr>
        <p:spPr>
          <a:xfrm>
            <a:off x="524170" y="2891115"/>
            <a:ext cx="3487536" cy="3395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ght picture" showMasterSp="0">
  <p:cSld name="Right picture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7"/>
          <p:cNvSpPr/>
          <p:nvPr>
            <p:ph idx="2" type="pic"/>
          </p:nvPr>
        </p:nvSpPr>
        <p:spPr>
          <a:xfrm>
            <a:off x="190121" y="0"/>
            <a:ext cx="5809307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37"/>
          <p:cNvSpPr/>
          <p:nvPr/>
        </p:nvSpPr>
        <p:spPr>
          <a:xfrm>
            <a:off x="0" y="1748117"/>
            <a:ext cx="12192000" cy="510988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7"/>
          <p:cNvSpPr txBox="1"/>
          <p:nvPr>
            <p:ph idx="1" type="body"/>
          </p:nvPr>
        </p:nvSpPr>
        <p:spPr>
          <a:xfrm>
            <a:off x="6455781" y="1798811"/>
            <a:ext cx="5285139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9" name="Google Shape;219;p37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37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" name="Google Shape;221;p37"/>
          <p:cNvSpPr txBox="1"/>
          <p:nvPr>
            <p:ph type="title"/>
          </p:nvPr>
        </p:nvSpPr>
        <p:spPr>
          <a:xfrm>
            <a:off x="6455782" y="371913"/>
            <a:ext cx="5285138" cy="1216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37"/>
          <p:cNvSpPr txBox="1"/>
          <p:nvPr>
            <p:ph idx="3" type="body"/>
          </p:nvPr>
        </p:nvSpPr>
        <p:spPr>
          <a:xfrm>
            <a:off x="6455782" y="2525916"/>
            <a:ext cx="5288801" cy="3760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23" name="Google Shape;223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4630" y="-15394"/>
            <a:ext cx="210610" cy="6902642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and content white" showMasterSp="0">
  <p:cSld name="Picture and content white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8"/>
          <p:cNvSpPr/>
          <p:nvPr>
            <p:ph idx="2" type="pic"/>
          </p:nvPr>
        </p:nvSpPr>
        <p:spPr>
          <a:xfrm>
            <a:off x="0" y="0"/>
            <a:ext cx="12191997" cy="4114799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38"/>
          <p:cNvSpPr txBox="1"/>
          <p:nvPr>
            <p:ph idx="1" type="body"/>
          </p:nvPr>
        </p:nvSpPr>
        <p:spPr>
          <a:xfrm>
            <a:off x="524170" y="5645008"/>
            <a:ext cx="3025854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8" name="Google Shape;228;p38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8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0" name="Google Shape;230;p38"/>
          <p:cNvSpPr txBox="1"/>
          <p:nvPr>
            <p:ph type="title"/>
          </p:nvPr>
        </p:nvSpPr>
        <p:spPr>
          <a:xfrm>
            <a:off x="524170" y="4522672"/>
            <a:ext cx="3349187" cy="902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8"/>
          <p:cNvSpPr txBox="1"/>
          <p:nvPr>
            <p:ph idx="3" type="body"/>
          </p:nvPr>
        </p:nvSpPr>
        <p:spPr>
          <a:xfrm>
            <a:off x="4211372" y="4522672"/>
            <a:ext cx="3595766" cy="1763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2" name="Google Shape;232;p38"/>
          <p:cNvSpPr txBox="1"/>
          <p:nvPr>
            <p:ph idx="4" type="body"/>
          </p:nvPr>
        </p:nvSpPr>
        <p:spPr>
          <a:xfrm>
            <a:off x="8145154" y="4522672"/>
            <a:ext cx="3595766" cy="1763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and content dark" showMasterSp="0">
  <p:cSld name="Picture and content dark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12191997" cy="6858000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35" name="Google Shape;235;p39"/>
          <p:cNvSpPr/>
          <p:nvPr>
            <p:ph idx="2" type="pic"/>
          </p:nvPr>
        </p:nvSpPr>
        <p:spPr>
          <a:xfrm>
            <a:off x="0" y="0"/>
            <a:ext cx="12191997" cy="4114799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39"/>
          <p:cNvSpPr txBox="1"/>
          <p:nvPr>
            <p:ph idx="1" type="body"/>
          </p:nvPr>
        </p:nvSpPr>
        <p:spPr>
          <a:xfrm>
            <a:off x="524170" y="5645008"/>
            <a:ext cx="3025854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7" name="Google Shape;237;p39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9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" name="Google Shape;239;p39"/>
          <p:cNvSpPr txBox="1"/>
          <p:nvPr>
            <p:ph type="title"/>
          </p:nvPr>
        </p:nvSpPr>
        <p:spPr>
          <a:xfrm>
            <a:off x="524170" y="4522672"/>
            <a:ext cx="3349187" cy="902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39"/>
          <p:cNvSpPr txBox="1"/>
          <p:nvPr>
            <p:ph idx="3" type="body"/>
          </p:nvPr>
        </p:nvSpPr>
        <p:spPr>
          <a:xfrm>
            <a:off x="4211372" y="4522672"/>
            <a:ext cx="3595766" cy="1763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1" name="Google Shape;241;p39"/>
          <p:cNvSpPr txBox="1"/>
          <p:nvPr>
            <p:ph idx="4" type="body"/>
          </p:nvPr>
        </p:nvSpPr>
        <p:spPr>
          <a:xfrm>
            <a:off x="8145154" y="4522672"/>
            <a:ext cx="3595766" cy="1763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picture">
  <p:cSld name="Left picture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/>
          <p:nvPr>
            <p:ph idx="2" type="pic"/>
          </p:nvPr>
        </p:nvSpPr>
        <p:spPr>
          <a:xfrm>
            <a:off x="6382692" y="0"/>
            <a:ext cx="5809307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40"/>
          <p:cNvSpPr txBox="1"/>
          <p:nvPr>
            <p:ph idx="1" type="body"/>
          </p:nvPr>
        </p:nvSpPr>
        <p:spPr>
          <a:xfrm>
            <a:off x="524169" y="1427619"/>
            <a:ext cx="5285139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5" name="Google Shape;245;p40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40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p40"/>
          <p:cNvSpPr txBox="1"/>
          <p:nvPr>
            <p:ph type="title"/>
          </p:nvPr>
        </p:nvSpPr>
        <p:spPr>
          <a:xfrm>
            <a:off x="524170" y="371913"/>
            <a:ext cx="5285138" cy="8865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40"/>
          <p:cNvSpPr txBox="1"/>
          <p:nvPr>
            <p:ph idx="3" type="body"/>
          </p:nvPr>
        </p:nvSpPr>
        <p:spPr>
          <a:xfrm>
            <a:off x="524170" y="2118512"/>
            <a:ext cx="5288801" cy="4167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9" name="Google Shape;249;p40"/>
          <p:cNvSpPr/>
          <p:nvPr/>
        </p:nvSpPr>
        <p:spPr>
          <a:xfrm>
            <a:off x="152400" y="1811991"/>
            <a:ext cx="12039600" cy="5046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picture" showMasterSp="0">
  <p:cSld name="Content and picture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41"/>
          <p:cNvSpPr/>
          <p:nvPr/>
        </p:nvSpPr>
        <p:spPr>
          <a:xfrm>
            <a:off x="0" y="1748117"/>
            <a:ext cx="12192000" cy="510988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41"/>
          <p:cNvSpPr txBox="1"/>
          <p:nvPr>
            <p:ph idx="1" type="body"/>
          </p:nvPr>
        </p:nvSpPr>
        <p:spPr>
          <a:xfrm>
            <a:off x="6988557" y="1699732"/>
            <a:ext cx="2699973" cy="3334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dk2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dk2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4" name="Google Shape;254;p41"/>
          <p:cNvSpPr/>
          <p:nvPr>
            <p:ph idx="2" type="pic"/>
          </p:nvPr>
        </p:nvSpPr>
        <p:spPr>
          <a:xfrm>
            <a:off x="4445007" y="-1"/>
            <a:ext cx="2159726" cy="6858001"/>
          </a:xfrm>
          <a:prstGeom prst="rect">
            <a:avLst/>
          </a:prstGeom>
          <a:noFill/>
          <a:ln>
            <a:noFill/>
          </a:ln>
        </p:spPr>
      </p:sp>
      <p:pic>
        <p:nvPicPr>
          <p:cNvPr id="255" name="Google Shape;255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4454434" cy="6886921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  <p:cxnSp>
        <p:nvCxnSpPr>
          <p:cNvPr id="256" name="Google Shape;256;p41"/>
          <p:cNvCxnSpPr/>
          <p:nvPr/>
        </p:nvCxnSpPr>
        <p:spPr>
          <a:xfrm>
            <a:off x="6988557" y="525117"/>
            <a:ext cx="472383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7" name="Google Shape;257;p41"/>
          <p:cNvSpPr txBox="1"/>
          <p:nvPr>
            <p:ph idx="3" type="body"/>
          </p:nvPr>
        </p:nvSpPr>
        <p:spPr>
          <a:xfrm>
            <a:off x="524170" y="1699732"/>
            <a:ext cx="3595767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8" name="Google Shape;258;p41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41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0" name="Google Shape;260;p41"/>
          <p:cNvSpPr txBox="1"/>
          <p:nvPr>
            <p:ph type="title"/>
          </p:nvPr>
        </p:nvSpPr>
        <p:spPr>
          <a:xfrm>
            <a:off x="524170" y="371913"/>
            <a:ext cx="3595767" cy="41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41"/>
          <p:cNvSpPr txBox="1"/>
          <p:nvPr>
            <p:ph idx="4" type="body"/>
          </p:nvPr>
        </p:nvSpPr>
        <p:spPr>
          <a:xfrm>
            <a:off x="524170" y="2465799"/>
            <a:ext cx="3595767" cy="3820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image 2">
  <p:cSld name="Content and image 2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4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5" name="Google Shape;265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13607" y="0"/>
            <a:ext cx="4978390" cy="6858001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66" name="Google Shape;266;p42"/>
          <p:cNvSpPr/>
          <p:nvPr/>
        </p:nvSpPr>
        <p:spPr>
          <a:xfrm>
            <a:off x="0" y="-1"/>
            <a:ext cx="7213604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42"/>
          <p:cNvSpPr/>
          <p:nvPr>
            <p:ph idx="2" type="pic"/>
          </p:nvPr>
        </p:nvSpPr>
        <p:spPr>
          <a:xfrm>
            <a:off x="6112701" y="613774"/>
            <a:ext cx="4910203" cy="5672725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42"/>
          <p:cNvSpPr txBox="1"/>
          <p:nvPr/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2"/>
          <p:cNvSpPr txBox="1"/>
          <p:nvPr/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42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42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2" name="Google Shape;272;p42"/>
          <p:cNvSpPr txBox="1"/>
          <p:nvPr>
            <p:ph type="title"/>
          </p:nvPr>
        </p:nvSpPr>
        <p:spPr>
          <a:xfrm>
            <a:off x="524171" y="371913"/>
            <a:ext cx="4972128" cy="819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42"/>
          <p:cNvSpPr txBox="1"/>
          <p:nvPr>
            <p:ph idx="1" type="body"/>
          </p:nvPr>
        </p:nvSpPr>
        <p:spPr>
          <a:xfrm>
            <a:off x="524171" y="1299039"/>
            <a:ext cx="497212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4" name="Google Shape;274;p42"/>
          <p:cNvSpPr txBox="1"/>
          <p:nvPr>
            <p:ph idx="3" type="body"/>
          </p:nvPr>
        </p:nvSpPr>
        <p:spPr>
          <a:xfrm>
            <a:off x="524170" y="2085654"/>
            <a:ext cx="4972128" cy="4065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image 4">
  <p:cSld name="Content and image 4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4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43"/>
          <p:cNvSpPr/>
          <p:nvPr/>
        </p:nvSpPr>
        <p:spPr>
          <a:xfrm>
            <a:off x="0" y="-1"/>
            <a:ext cx="7213604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13607" y="4283901"/>
            <a:ext cx="4978390" cy="2574100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80" name="Google Shape;280;p43"/>
          <p:cNvSpPr/>
          <p:nvPr>
            <p:ph idx="2" type="pic"/>
          </p:nvPr>
        </p:nvSpPr>
        <p:spPr>
          <a:xfrm>
            <a:off x="7213606" y="1"/>
            <a:ext cx="4978394" cy="428390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43"/>
          <p:cNvSpPr txBox="1"/>
          <p:nvPr/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43"/>
          <p:cNvSpPr txBox="1"/>
          <p:nvPr/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43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43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5" name="Google Shape;285;p43"/>
          <p:cNvSpPr txBox="1"/>
          <p:nvPr>
            <p:ph type="title"/>
          </p:nvPr>
        </p:nvSpPr>
        <p:spPr>
          <a:xfrm>
            <a:off x="524170" y="371913"/>
            <a:ext cx="6127151" cy="819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43"/>
          <p:cNvSpPr txBox="1"/>
          <p:nvPr>
            <p:ph idx="1" type="body"/>
          </p:nvPr>
        </p:nvSpPr>
        <p:spPr>
          <a:xfrm>
            <a:off x="524170" y="1299039"/>
            <a:ext cx="6127151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7" name="Google Shape;287;p43"/>
          <p:cNvSpPr txBox="1"/>
          <p:nvPr>
            <p:ph idx="3" type="body"/>
          </p:nvPr>
        </p:nvSpPr>
        <p:spPr>
          <a:xfrm>
            <a:off x="524170" y="2085654"/>
            <a:ext cx="6127152" cy="4065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8" name="Google Shape;288;p43"/>
          <p:cNvSpPr txBox="1"/>
          <p:nvPr>
            <p:ph idx="4" type="body"/>
          </p:nvPr>
        </p:nvSpPr>
        <p:spPr>
          <a:xfrm>
            <a:off x="7555822" y="4522672"/>
            <a:ext cx="4185098" cy="1763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image 3">
  <p:cSld name="Content and image 3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44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44"/>
          <p:cNvSpPr/>
          <p:nvPr/>
        </p:nvSpPr>
        <p:spPr>
          <a:xfrm>
            <a:off x="7213602" y="-1"/>
            <a:ext cx="4978394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3" name="Google Shape;293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12191997" cy="1953662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94" name="Google Shape;294;p44"/>
          <p:cNvSpPr/>
          <p:nvPr>
            <p:ph idx="2" type="pic"/>
          </p:nvPr>
        </p:nvSpPr>
        <p:spPr>
          <a:xfrm>
            <a:off x="7213606" y="1"/>
            <a:ext cx="4978394" cy="4283900"/>
          </a:xfrm>
          <a:prstGeom prst="rect">
            <a:avLst/>
          </a:prstGeom>
          <a:noFill/>
          <a:ln>
            <a:noFill/>
          </a:ln>
        </p:spPr>
      </p:sp>
      <p:sp>
        <p:nvSpPr>
          <p:cNvPr id="295" name="Google Shape;295;p44"/>
          <p:cNvSpPr txBox="1"/>
          <p:nvPr/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44"/>
          <p:cNvSpPr txBox="1"/>
          <p:nvPr/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44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44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9" name="Google Shape;299;p44"/>
          <p:cNvSpPr txBox="1"/>
          <p:nvPr>
            <p:ph type="title"/>
          </p:nvPr>
        </p:nvSpPr>
        <p:spPr>
          <a:xfrm>
            <a:off x="524170" y="371913"/>
            <a:ext cx="6127151" cy="819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44"/>
          <p:cNvSpPr txBox="1"/>
          <p:nvPr>
            <p:ph idx="1" type="body"/>
          </p:nvPr>
        </p:nvSpPr>
        <p:spPr>
          <a:xfrm>
            <a:off x="524170" y="1299039"/>
            <a:ext cx="6127151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1" name="Google Shape;301;p44"/>
          <p:cNvSpPr txBox="1"/>
          <p:nvPr>
            <p:ph idx="3" type="body"/>
          </p:nvPr>
        </p:nvSpPr>
        <p:spPr>
          <a:xfrm>
            <a:off x="524170" y="2085654"/>
            <a:ext cx="6127152" cy="2198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2" name="Google Shape;302;p44"/>
          <p:cNvSpPr txBox="1"/>
          <p:nvPr>
            <p:ph idx="4" type="body"/>
          </p:nvPr>
        </p:nvSpPr>
        <p:spPr>
          <a:xfrm>
            <a:off x="524169" y="5160722"/>
            <a:ext cx="6127151" cy="1125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3" name="Google Shape;303;p44"/>
          <p:cNvSpPr txBox="1"/>
          <p:nvPr>
            <p:ph idx="5" type="body"/>
          </p:nvPr>
        </p:nvSpPr>
        <p:spPr>
          <a:xfrm>
            <a:off x="7555822" y="4522672"/>
            <a:ext cx="4185098" cy="1763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04" name="Google Shape;304;p44"/>
          <p:cNvCxnSpPr/>
          <p:nvPr/>
        </p:nvCxnSpPr>
        <p:spPr>
          <a:xfrm>
            <a:off x="524169" y="4809719"/>
            <a:ext cx="613967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 divider with big picture" showMasterSp="0">
  <p:cSld name="Sub divider with big picture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45"/>
          <p:cNvSpPr/>
          <p:nvPr>
            <p:ph idx="2" type="pic"/>
          </p:nvPr>
        </p:nvSpPr>
        <p:spPr>
          <a:xfrm>
            <a:off x="1" y="0"/>
            <a:ext cx="8509298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45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45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0" name="Google Shape;310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24170" y="1153757"/>
            <a:ext cx="5335793" cy="4787153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11" name="Google Shape;311;p45"/>
          <p:cNvSpPr txBox="1"/>
          <p:nvPr>
            <p:ph type="title"/>
          </p:nvPr>
        </p:nvSpPr>
        <p:spPr>
          <a:xfrm>
            <a:off x="911445" y="1522982"/>
            <a:ext cx="4521167" cy="1220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45"/>
          <p:cNvSpPr txBox="1"/>
          <p:nvPr>
            <p:ph idx="1" type="body"/>
          </p:nvPr>
        </p:nvSpPr>
        <p:spPr>
          <a:xfrm rot="-5400000">
            <a:off x="7570541" y="2044895"/>
            <a:ext cx="5843364" cy="2497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3" name="Google Shape;313;p45"/>
          <p:cNvSpPr txBox="1"/>
          <p:nvPr>
            <p:ph idx="3" type="body"/>
          </p:nvPr>
        </p:nvSpPr>
        <p:spPr>
          <a:xfrm>
            <a:off x="911444" y="3091904"/>
            <a:ext cx="4521167" cy="2437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image 5" showMasterSp="0">
  <p:cSld name="Content and image 5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46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46"/>
          <p:cNvSpPr/>
          <p:nvPr/>
        </p:nvSpPr>
        <p:spPr>
          <a:xfrm>
            <a:off x="9578714" y="2085655"/>
            <a:ext cx="2162205" cy="406512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4999171" cy="3043004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19" name="Google Shape;319;p46"/>
          <p:cNvSpPr/>
          <p:nvPr>
            <p:ph idx="2" type="pic"/>
          </p:nvPr>
        </p:nvSpPr>
        <p:spPr>
          <a:xfrm>
            <a:off x="-2" y="3043003"/>
            <a:ext cx="4999171" cy="3814996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46"/>
          <p:cNvSpPr txBox="1"/>
          <p:nvPr/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46"/>
          <p:cNvSpPr txBox="1"/>
          <p:nvPr/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6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46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4" name="Google Shape;324;p46"/>
          <p:cNvSpPr txBox="1"/>
          <p:nvPr>
            <p:ph type="title"/>
          </p:nvPr>
        </p:nvSpPr>
        <p:spPr>
          <a:xfrm>
            <a:off x="5613768" y="371913"/>
            <a:ext cx="6127151" cy="819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46"/>
          <p:cNvSpPr txBox="1"/>
          <p:nvPr>
            <p:ph idx="1" type="body"/>
          </p:nvPr>
        </p:nvSpPr>
        <p:spPr>
          <a:xfrm>
            <a:off x="5613768" y="1299039"/>
            <a:ext cx="6127151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6" name="Google Shape;326;p46"/>
          <p:cNvSpPr txBox="1"/>
          <p:nvPr>
            <p:ph idx="3" type="body"/>
          </p:nvPr>
        </p:nvSpPr>
        <p:spPr>
          <a:xfrm>
            <a:off x="5613768" y="2085654"/>
            <a:ext cx="3513866" cy="4065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7" name="Google Shape;327;p46"/>
          <p:cNvSpPr txBox="1"/>
          <p:nvPr>
            <p:ph idx="4" type="body"/>
          </p:nvPr>
        </p:nvSpPr>
        <p:spPr>
          <a:xfrm>
            <a:off x="405514" y="371913"/>
            <a:ext cx="4121516" cy="1763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8" name="Google Shape;328;p46"/>
          <p:cNvSpPr txBox="1"/>
          <p:nvPr>
            <p:ph idx="5" type="body"/>
          </p:nvPr>
        </p:nvSpPr>
        <p:spPr>
          <a:xfrm>
            <a:off x="9744386" y="2355477"/>
            <a:ext cx="1783050" cy="3565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pictures and description" showMasterSp="0">
  <p:cSld name="4 pictures and description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7"/>
          <p:cNvSpPr txBox="1"/>
          <p:nvPr>
            <p:ph type="title"/>
          </p:nvPr>
        </p:nvSpPr>
        <p:spPr>
          <a:xfrm>
            <a:off x="524170" y="371913"/>
            <a:ext cx="11216750" cy="41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7"/>
          <p:cNvSpPr txBox="1"/>
          <p:nvPr>
            <p:ph idx="1" type="body"/>
          </p:nvPr>
        </p:nvSpPr>
        <p:spPr>
          <a:xfrm>
            <a:off x="524170" y="3463962"/>
            <a:ext cx="2444941" cy="2822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/>
            </a:lvl2pPr>
            <a:lvl3pPr indent="-29845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5275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050"/>
              <a:buChar char="•"/>
              <a:defRPr sz="1050"/>
            </a:lvl4pPr>
            <a:lvl5pPr indent="-295275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050"/>
              <a:buChar char="•"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2" name="Google Shape;332;p47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47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4" name="Google Shape;334;p47"/>
          <p:cNvSpPr txBox="1"/>
          <p:nvPr>
            <p:ph idx="2" type="body"/>
          </p:nvPr>
        </p:nvSpPr>
        <p:spPr>
          <a:xfrm>
            <a:off x="524170" y="857251"/>
            <a:ext cx="1122491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5" name="Google Shape;335;p47"/>
          <p:cNvSpPr txBox="1"/>
          <p:nvPr>
            <p:ph idx="3" type="body"/>
          </p:nvPr>
        </p:nvSpPr>
        <p:spPr>
          <a:xfrm>
            <a:off x="3448106" y="3463962"/>
            <a:ext cx="2444941" cy="2822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/>
            </a:lvl2pPr>
            <a:lvl3pPr indent="-29845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5275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050"/>
              <a:buChar char="•"/>
              <a:defRPr sz="1050"/>
            </a:lvl4pPr>
            <a:lvl5pPr indent="-295275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050"/>
              <a:buChar char="•"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6" name="Google Shape;336;p47"/>
          <p:cNvSpPr txBox="1"/>
          <p:nvPr>
            <p:ph idx="4" type="body"/>
          </p:nvPr>
        </p:nvSpPr>
        <p:spPr>
          <a:xfrm>
            <a:off x="6372042" y="3463962"/>
            <a:ext cx="2444941" cy="2822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/>
            </a:lvl2pPr>
            <a:lvl3pPr indent="-29845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5275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050"/>
              <a:buChar char="•"/>
              <a:defRPr sz="1050"/>
            </a:lvl4pPr>
            <a:lvl5pPr indent="-295275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050"/>
              <a:buChar char="•"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7" name="Google Shape;337;p47"/>
          <p:cNvSpPr txBox="1"/>
          <p:nvPr>
            <p:ph idx="5" type="body"/>
          </p:nvPr>
        </p:nvSpPr>
        <p:spPr>
          <a:xfrm>
            <a:off x="9295979" y="3463962"/>
            <a:ext cx="2444941" cy="2822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/>
            </a:lvl2pPr>
            <a:lvl3pPr indent="-29845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5275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050"/>
              <a:buChar char="•"/>
              <a:defRPr sz="1050"/>
            </a:lvl4pPr>
            <a:lvl5pPr indent="-295275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050"/>
              <a:buChar char="•"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8" name="Google Shape;338;p47"/>
          <p:cNvSpPr/>
          <p:nvPr>
            <p:ph idx="6" type="pic"/>
          </p:nvPr>
        </p:nvSpPr>
        <p:spPr>
          <a:xfrm>
            <a:off x="524170" y="1538344"/>
            <a:ext cx="2444941" cy="1663921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7"/>
          <p:cNvSpPr/>
          <p:nvPr>
            <p:ph idx="7" type="pic"/>
          </p:nvPr>
        </p:nvSpPr>
        <p:spPr>
          <a:xfrm>
            <a:off x="3448106" y="1538344"/>
            <a:ext cx="2444941" cy="1663921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47"/>
          <p:cNvSpPr/>
          <p:nvPr>
            <p:ph idx="8" type="pic"/>
          </p:nvPr>
        </p:nvSpPr>
        <p:spPr>
          <a:xfrm>
            <a:off x="6372042" y="1538344"/>
            <a:ext cx="2444941" cy="1663921"/>
          </a:xfrm>
          <a:prstGeom prst="rect">
            <a:avLst/>
          </a:prstGeom>
          <a:noFill/>
          <a:ln>
            <a:noFill/>
          </a:ln>
        </p:spPr>
      </p:sp>
      <p:sp>
        <p:nvSpPr>
          <p:cNvPr id="341" name="Google Shape;341;p47"/>
          <p:cNvSpPr/>
          <p:nvPr>
            <p:ph idx="9" type="pic"/>
          </p:nvPr>
        </p:nvSpPr>
        <p:spPr>
          <a:xfrm>
            <a:off x="9295979" y="1538344"/>
            <a:ext cx="2444941" cy="1663921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42" name="Google Shape;342;p47"/>
          <p:cNvCxnSpPr/>
          <p:nvPr/>
        </p:nvCxnSpPr>
        <p:spPr>
          <a:xfrm>
            <a:off x="3208609" y="1538344"/>
            <a:ext cx="0" cy="474815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3" name="Google Shape;343;p47"/>
          <p:cNvCxnSpPr/>
          <p:nvPr/>
        </p:nvCxnSpPr>
        <p:spPr>
          <a:xfrm>
            <a:off x="6132545" y="1538344"/>
            <a:ext cx="0" cy="474815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4" name="Google Shape;344;p47"/>
          <p:cNvCxnSpPr/>
          <p:nvPr/>
        </p:nvCxnSpPr>
        <p:spPr>
          <a:xfrm>
            <a:off x="9056481" y="1538344"/>
            <a:ext cx="0" cy="474815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45" name="Google Shape;345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4630" y="-15394"/>
            <a:ext cx="210610" cy="6902642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ptop placeholder white">
  <p:cSld name="Laptop placeholder white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77199" y="1"/>
            <a:ext cx="4114798" cy="6858000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48" name="Google Shape;348;p48"/>
          <p:cNvSpPr/>
          <p:nvPr/>
        </p:nvSpPr>
        <p:spPr>
          <a:xfrm>
            <a:off x="0" y="1748117"/>
            <a:ext cx="12192000" cy="510988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48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48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1" name="Google Shape;351;p48"/>
          <p:cNvSpPr txBox="1"/>
          <p:nvPr>
            <p:ph type="title"/>
          </p:nvPr>
        </p:nvSpPr>
        <p:spPr>
          <a:xfrm>
            <a:off x="524170" y="371913"/>
            <a:ext cx="3590630" cy="41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2" name="Google Shape;3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8052" y="755334"/>
            <a:ext cx="10154653" cy="5711993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48"/>
          <p:cNvSpPr txBox="1"/>
          <p:nvPr>
            <p:ph idx="1" type="body"/>
          </p:nvPr>
        </p:nvSpPr>
        <p:spPr>
          <a:xfrm>
            <a:off x="524170" y="2911642"/>
            <a:ext cx="3487536" cy="2658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>
                <a:solidFill>
                  <a:schemeClr val="dk2"/>
                </a:solidFill>
              </a:defRPr>
            </a:lvl2pPr>
            <a:lvl3pPr indent="-295275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050"/>
              <a:buChar char="•"/>
              <a:defRPr sz="1050">
                <a:solidFill>
                  <a:schemeClr val="dk2"/>
                </a:solidFill>
              </a:defRPr>
            </a:lvl3pPr>
            <a:lvl4pPr indent="-2921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000"/>
              <a:buChar char="•"/>
              <a:defRPr sz="1000">
                <a:solidFill>
                  <a:schemeClr val="dk2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000"/>
              <a:buChar char="•"/>
              <a:defRPr sz="10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4" name="Google Shape;354;p48"/>
          <p:cNvSpPr txBox="1"/>
          <p:nvPr>
            <p:ph idx="2" type="body"/>
          </p:nvPr>
        </p:nvSpPr>
        <p:spPr>
          <a:xfrm>
            <a:off x="524170" y="1780302"/>
            <a:ext cx="359063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5" name="Google Shape;355;p48"/>
          <p:cNvSpPr/>
          <p:nvPr>
            <p:ph idx="3" type="body"/>
          </p:nvPr>
        </p:nvSpPr>
        <p:spPr>
          <a:xfrm>
            <a:off x="4781643" y="1204957"/>
            <a:ext cx="6727138" cy="4477996"/>
          </a:xfrm>
          <a:prstGeom prst="round2SameRect">
            <a:avLst>
              <a:gd fmla="val 2225" name="adj1"/>
              <a:gd fmla="val 0" name="adj2"/>
            </a:avLst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ptop placeholder dark">
  <p:cSld name="Laptop placeholder dark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12191997" cy="6858000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58" name="Google Shape;358;p49"/>
          <p:cNvSpPr/>
          <p:nvPr/>
        </p:nvSpPr>
        <p:spPr>
          <a:xfrm>
            <a:off x="8077203" y="1"/>
            <a:ext cx="4114798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9"/>
          <p:cNvSpPr/>
          <p:nvPr/>
        </p:nvSpPr>
        <p:spPr>
          <a:xfrm>
            <a:off x="0" y="1748117"/>
            <a:ext cx="12192000" cy="510988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49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49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2" name="Google Shape;362;p49"/>
          <p:cNvSpPr txBox="1"/>
          <p:nvPr>
            <p:ph type="title"/>
          </p:nvPr>
        </p:nvSpPr>
        <p:spPr>
          <a:xfrm>
            <a:off x="524170" y="371913"/>
            <a:ext cx="3590630" cy="41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3" name="Google Shape;36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8052" y="755334"/>
            <a:ext cx="10154653" cy="5711993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9"/>
          <p:cNvSpPr txBox="1"/>
          <p:nvPr>
            <p:ph idx="1" type="body"/>
          </p:nvPr>
        </p:nvSpPr>
        <p:spPr>
          <a:xfrm>
            <a:off x="524170" y="2911642"/>
            <a:ext cx="3487536" cy="2658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>
                <a:solidFill>
                  <a:schemeClr val="lt1"/>
                </a:solidFill>
              </a:defRPr>
            </a:lvl2pPr>
            <a:lvl3pPr indent="-295275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050"/>
              <a:buChar char="•"/>
              <a:defRPr sz="1050"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5" name="Google Shape;365;p49"/>
          <p:cNvSpPr/>
          <p:nvPr>
            <p:ph idx="2" type="body"/>
          </p:nvPr>
        </p:nvSpPr>
        <p:spPr>
          <a:xfrm>
            <a:off x="4781643" y="1204957"/>
            <a:ext cx="6727138" cy="4477996"/>
          </a:xfrm>
          <a:prstGeom prst="round2SameRect">
            <a:avLst>
              <a:gd fmla="val 2225" name="adj1"/>
              <a:gd fmla="val 0" name="adj2"/>
            </a:avLst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6" name="Google Shape;366;p49"/>
          <p:cNvSpPr txBox="1"/>
          <p:nvPr>
            <p:ph idx="3" type="body"/>
          </p:nvPr>
        </p:nvSpPr>
        <p:spPr>
          <a:xfrm>
            <a:off x="524170" y="1780302"/>
            <a:ext cx="359063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bile placeholder white">
  <p:cSld name="Mobile placeholder white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381750" y="1"/>
            <a:ext cx="5810247" cy="6858000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69" name="Google Shape;369;p50"/>
          <p:cNvSpPr/>
          <p:nvPr/>
        </p:nvSpPr>
        <p:spPr>
          <a:xfrm>
            <a:off x="0" y="1748117"/>
            <a:ext cx="12192000" cy="510988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50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50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2" name="Google Shape;372;p50"/>
          <p:cNvSpPr txBox="1"/>
          <p:nvPr>
            <p:ph type="title"/>
          </p:nvPr>
        </p:nvSpPr>
        <p:spPr>
          <a:xfrm>
            <a:off x="524170" y="371913"/>
            <a:ext cx="3590630" cy="41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50"/>
          <p:cNvSpPr txBox="1"/>
          <p:nvPr>
            <p:ph idx="1" type="body"/>
          </p:nvPr>
        </p:nvSpPr>
        <p:spPr>
          <a:xfrm>
            <a:off x="524170" y="2911642"/>
            <a:ext cx="3487536" cy="2658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>
                <a:solidFill>
                  <a:schemeClr val="dk2"/>
                </a:solidFill>
              </a:defRPr>
            </a:lvl2pPr>
            <a:lvl3pPr indent="-295275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050"/>
              <a:buChar char="•"/>
              <a:defRPr sz="1050">
                <a:solidFill>
                  <a:schemeClr val="dk2"/>
                </a:solidFill>
              </a:defRPr>
            </a:lvl3pPr>
            <a:lvl4pPr indent="-2921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000"/>
              <a:buChar char="•"/>
              <a:defRPr sz="1000">
                <a:solidFill>
                  <a:schemeClr val="dk2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000"/>
              <a:buChar char="•"/>
              <a:defRPr sz="10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4" name="Google Shape;374;p50"/>
          <p:cNvSpPr txBox="1"/>
          <p:nvPr>
            <p:ph idx="2" type="body"/>
          </p:nvPr>
        </p:nvSpPr>
        <p:spPr>
          <a:xfrm>
            <a:off x="524170" y="1780302"/>
            <a:ext cx="359063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75" name="Google Shape;375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05679" y="360483"/>
            <a:ext cx="3066433" cy="6032328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50"/>
          <p:cNvSpPr txBox="1"/>
          <p:nvPr>
            <p:ph idx="3" type="body"/>
          </p:nvPr>
        </p:nvSpPr>
        <p:spPr>
          <a:xfrm>
            <a:off x="8258470" y="3810000"/>
            <a:ext cx="3487536" cy="1760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>
                <a:solidFill>
                  <a:schemeClr val="lt1"/>
                </a:solidFill>
              </a:defRPr>
            </a:lvl2pPr>
            <a:lvl3pPr indent="-295275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050"/>
              <a:buChar char="•"/>
              <a:defRPr sz="1050"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7" name="Google Shape;377;p50"/>
          <p:cNvSpPr/>
          <p:nvPr>
            <p:ph idx="4" type="pic"/>
          </p:nvPr>
        </p:nvSpPr>
        <p:spPr>
          <a:xfrm>
            <a:off x="5126323" y="597691"/>
            <a:ext cx="2609770" cy="558662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bile placeholder dark">
  <p:cSld name="Mobile placeholder dark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12191997" cy="6858000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80" name="Google Shape;380;p51"/>
          <p:cNvSpPr/>
          <p:nvPr/>
        </p:nvSpPr>
        <p:spPr>
          <a:xfrm>
            <a:off x="0" y="1748117"/>
            <a:ext cx="12192000" cy="510988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51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51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3" name="Google Shape;383;p51"/>
          <p:cNvSpPr txBox="1"/>
          <p:nvPr>
            <p:ph type="title"/>
          </p:nvPr>
        </p:nvSpPr>
        <p:spPr>
          <a:xfrm>
            <a:off x="524170" y="371913"/>
            <a:ext cx="3590630" cy="41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51"/>
          <p:cNvSpPr txBox="1"/>
          <p:nvPr>
            <p:ph idx="1" type="body"/>
          </p:nvPr>
        </p:nvSpPr>
        <p:spPr>
          <a:xfrm>
            <a:off x="524170" y="2911642"/>
            <a:ext cx="3487536" cy="2658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>
                <a:solidFill>
                  <a:schemeClr val="lt1"/>
                </a:solidFill>
              </a:defRPr>
            </a:lvl2pPr>
            <a:lvl3pPr indent="-295275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050"/>
              <a:buChar char="•"/>
              <a:defRPr sz="1050"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5" name="Google Shape;385;p51"/>
          <p:cNvSpPr txBox="1"/>
          <p:nvPr>
            <p:ph idx="2" type="body"/>
          </p:nvPr>
        </p:nvSpPr>
        <p:spPr>
          <a:xfrm>
            <a:off x="524170" y="1780302"/>
            <a:ext cx="359063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6" name="Google Shape;386;p51"/>
          <p:cNvSpPr/>
          <p:nvPr/>
        </p:nvSpPr>
        <p:spPr>
          <a:xfrm>
            <a:off x="6381744" y="0"/>
            <a:ext cx="5810255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7" name="Google Shape;38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05679" y="360483"/>
            <a:ext cx="3066433" cy="6032328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51"/>
          <p:cNvSpPr/>
          <p:nvPr>
            <p:ph idx="3" type="pic"/>
          </p:nvPr>
        </p:nvSpPr>
        <p:spPr>
          <a:xfrm>
            <a:off x="5126323" y="597691"/>
            <a:ext cx="2609770" cy="558662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89" name="Google Shape;389;p51"/>
          <p:cNvSpPr txBox="1"/>
          <p:nvPr>
            <p:ph idx="4" type="body"/>
          </p:nvPr>
        </p:nvSpPr>
        <p:spPr>
          <a:xfrm>
            <a:off x="8258470" y="3810000"/>
            <a:ext cx="3487536" cy="1760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>
                <a:solidFill>
                  <a:schemeClr val="dk2"/>
                </a:solidFill>
              </a:defRPr>
            </a:lvl2pPr>
            <a:lvl3pPr indent="-295275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050"/>
              <a:buChar char="•"/>
              <a:defRPr sz="1050">
                <a:solidFill>
                  <a:schemeClr val="dk2"/>
                </a:solidFill>
              </a:defRPr>
            </a:lvl3pPr>
            <a:lvl4pPr indent="-2921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000"/>
              <a:buChar char="•"/>
              <a:defRPr sz="1000">
                <a:solidFill>
                  <a:schemeClr val="dk2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000"/>
              <a:buChar char="•"/>
              <a:defRPr sz="10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 box content" showMasterSp="0">
  <p:cSld name="6 box content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2" name="Google Shape;392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12190952" cy="6857411"/>
          </a:xfrm>
          <a:custGeom>
            <a:rect b="b" l="l" r="r" t="t"/>
            <a:pathLst>
              <a:path extrusionOk="0" h="6857411" w="12190952">
                <a:moveTo>
                  <a:pt x="8128000" y="3429000"/>
                </a:moveTo>
                <a:lnTo>
                  <a:pt x="12190952" y="3429000"/>
                </a:lnTo>
                <a:lnTo>
                  <a:pt x="12190952" y="6857411"/>
                </a:lnTo>
                <a:lnTo>
                  <a:pt x="8128000" y="6857411"/>
                </a:lnTo>
                <a:close/>
                <a:moveTo>
                  <a:pt x="0" y="3429000"/>
                </a:moveTo>
                <a:lnTo>
                  <a:pt x="4064000" y="3429000"/>
                </a:lnTo>
                <a:lnTo>
                  <a:pt x="4064000" y="6857411"/>
                </a:lnTo>
                <a:lnTo>
                  <a:pt x="0" y="6857411"/>
                </a:lnTo>
                <a:close/>
                <a:moveTo>
                  <a:pt x="4064000" y="0"/>
                </a:moveTo>
                <a:lnTo>
                  <a:pt x="8128000" y="0"/>
                </a:lnTo>
                <a:lnTo>
                  <a:pt x="8128000" y="3429000"/>
                </a:lnTo>
                <a:lnTo>
                  <a:pt x="4064000" y="3429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93" name="Google Shape;393;p52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52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5" name="Google Shape;395;p52"/>
          <p:cNvSpPr txBox="1"/>
          <p:nvPr>
            <p:ph idx="1" type="body"/>
          </p:nvPr>
        </p:nvSpPr>
        <p:spPr>
          <a:xfrm>
            <a:off x="4530025" y="955963"/>
            <a:ext cx="3048411" cy="1953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6" name="Google Shape;396;p52"/>
          <p:cNvSpPr txBox="1"/>
          <p:nvPr>
            <p:ph idx="2" type="body"/>
          </p:nvPr>
        </p:nvSpPr>
        <p:spPr>
          <a:xfrm>
            <a:off x="470642" y="955963"/>
            <a:ext cx="3048411" cy="1953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7" name="Google Shape;397;p52"/>
          <p:cNvSpPr txBox="1"/>
          <p:nvPr>
            <p:ph idx="3" type="body"/>
          </p:nvPr>
        </p:nvSpPr>
        <p:spPr>
          <a:xfrm>
            <a:off x="8672947" y="955963"/>
            <a:ext cx="3048411" cy="1953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8" name="Google Shape;398;p52"/>
          <p:cNvSpPr txBox="1"/>
          <p:nvPr>
            <p:ph idx="4" type="body"/>
          </p:nvPr>
        </p:nvSpPr>
        <p:spPr>
          <a:xfrm>
            <a:off x="4530025" y="4391890"/>
            <a:ext cx="3048411" cy="1953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9" name="Google Shape;399;p52"/>
          <p:cNvSpPr txBox="1"/>
          <p:nvPr>
            <p:ph idx="5" type="body"/>
          </p:nvPr>
        </p:nvSpPr>
        <p:spPr>
          <a:xfrm>
            <a:off x="470642" y="4391890"/>
            <a:ext cx="3048411" cy="1953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0" name="Google Shape;400;p52"/>
          <p:cNvSpPr txBox="1"/>
          <p:nvPr>
            <p:ph idx="6" type="body"/>
          </p:nvPr>
        </p:nvSpPr>
        <p:spPr>
          <a:xfrm>
            <a:off x="8672947" y="4391890"/>
            <a:ext cx="3048411" cy="1953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 box content" showMasterSp="0">
  <p:cSld name="8 box content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3" name="Google Shape;403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12190952" cy="6857411"/>
          </a:xfrm>
          <a:custGeom>
            <a:rect b="b" l="l" r="r" t="t"/>
            <a:pathLst>
              <a:path extrusionOk="0" h="6857411" w="12190952">
                <a:moveTo>
                  <a:pt x="6095998" y="3429000"/>
                </a:moveTo>
                <a:lnTo>
                  <a:pt x="9143997" y="3429000"/>
                </a:lnTo>
                <a:lnTo>
                  <a:pt x="9143997" y="6857411"/>
                </a:lnTo>
                <a:lnTo>
                  <a:pt x="6095998" y="6857411"/>
                </a:lnTo>
                <a:close/>
                <a:moveTo>
                  <a:pt x="0" y="3429000"/>
                </a:moveTo>
                <a:lnTo>
                  <a:pt x="3047998" y="3429000"/>
                </a:lnTo>
                <a:lnTo>
                  <a:pt x="3047998" y="6857411"/>
                </a:lnTo>
                <a:lnTo>
                  <a:pt x="0" y="6857411"/>
                </a:lnTo>
                <a:close/>
                <a:moveTo>
                  <a:pt x="9143997" y="0"/>
                </a:moveTo>
                <a:lnTo>
                  <a:pt x="12190952" y="0"/>
                </a:lnTo>
                <a:lnTo>
                  <a:pt x="12190952" y="3429000"/>
                </a:lnTo>
                <a:lnTo>
                  <a:pt x="9143997" y="3429000"/>
                </a:lnTo>
                <a:close/>
                <a:moveTo>
                  <a:pt x="3047998" y="0"/>
                </a:moveTo>
                <a:lnTo>
                  <a:pt x="6095997" y="0"/>
                </a:lnTo>
                <a:lnTo>
                  <a:pt x="6095997" y="3429000"/>
                </a:lnTo>
                <a:lnTo>
                  <a:pt x="3047998" y="3429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04" name="Google Shape;404;p53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53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6" name="Google Shape;406;p53"/>
          <p:cNvSpPr txBox="1"/>
          <p:nvPr>
            <p:ph idx="1" type="body"/>
          </p:nvPr>
        </p:nvSpPr>
        <p:spPr>
          <a:xfrm>
            <a:off x="3504788" y="955963"/>
            <a:ext cx="2106303" cy="1953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7" name="Google Shape;407;p53"/>
          <p:cNvSpPr txBox="1"/>
          <p:nvPr>
            <p:ph idx="2" type="body"/>
          </p:nvPr>
        </p:nvSpPr>
        <p:spPr>
          <a:xfrm>
            <a:off x="470642" y="955963"/>
            <a:ext cx="2106303" cy="1953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8" name="Google Shape;408;p53"/>
          <p:cNvSpPr txBox="1"/>
          <p:nvPr>
            <p:ph idx="3" type="body"/>
          </p:nvPr>
        </p:nvSpPr>
        <p:spPr>
          <a:xfrm>
            <a:off x="6553201" y="955963"/>
            <a:ext cx="2106303" cy="1953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9" name="Google Shape;409;p53"/>
          <p:cNvSpPr txBox="1"/>
          <p:nvPr>
            <p:ph idx="4" type="body"/>
          </p:nvPr>
        </p:nvSpPr>
        <p:spPr>
          <a:xfrm>
            <a:off x="3504788" y="4391890"/>
            <a:ext cx="2106303" cy="1953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0" name="Google Shape;410;p53"/>
          <p:cNvSpPr txBox="1"/>
          <p:nvPr>
            <p:ph idx="5" type="body"/>
          </p:nvPr>
        </p:nvSpPr>
        <p:spPr>
          <a:xfrm>
            <a:off x="470642" y="4391890"/>
            <a:ext cx="2106303" cy="1953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1" name="Google Shape;411;p53"/>
          <p:cNvSpPr txBox="1"/>
          <p:nvPr>
            <p:ph idx="6" type="body"/>
          </p:nvPr>
        </p:nvSpPr>
        <p:spPr>
          <a:xfrm>
            <a:off x="6553201" y="4391890"/>
            <a:ext cx="2106303" cy="1953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2" name="Google Shape;412;p53"/>
          <p:cNvSpPr txBox="1"/>
          <p:nvPr>
            <p:ph idx="7" type="body"/>
          </p:nvPr>
        </p:nvSpPr>
        <p:spPr>
          <a:xfrm>
            <a:off x="9614643" y="955963"/>
            <a:ext cx="2106303" cy="1953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3" name="Google Shape;413;p53"/>
          <p:cNvSpPr txBox="1"/>
          <p:nvPr>
            <p:ph idx="8" type="body"/>
          </p:nvPr>
        </p:nvSpPr>
        <p:spPr>
          <a:xfrm>
            <a:off x="9614643" y="4391890"/>
            <a:ext cx="2106303" cy="1953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with center elements white" showMasterSp="0">
  <p:cSld name="Layout with center elements white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4"/>
          <p:cNvSpPr/>
          <p:nvPr/>
        </p:nvSpPr>
        <p:spPr>
          <a:xfrm>
            <a:off x="35604" y="0"/>
            <a:ext cx="12156396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colorful sea creature&#10;&#10;Description automatically generated with low confidence" id="416" name="Google Shape;416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20437" y="1928241"/>
            <a:ext cx="5842000" cy="4394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54"/>
          <p:cNvSpPr txBox="1"/>
          <p:nvPr>
            <p:ph idx="1" type="body"/>
          </p:nvPr>
        </p:nvSpPr>
        <p:spPr>
          <a:xfrm>
            <a:off x="9224047" y="1499255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8" name="Google Shape;418;p54"/>
          <p:cNvSpPr txBox="1"/>
          <p:nvPr>
            <p:ph idx="2" type="body"/>
          </p:nvPr>
        </p:nvSpPr>
        <p:spPr>
          <a:xfrm>
            <a:off x="9224047" y="2596535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9" name="Google Shape;419;p54"/>
          <p:cNvSpPr txBox="1"/>
          <p:nvPr>
            <p:ph idx="3" type="body"/>
          </p:nvPr>
        </p:nvSpPr>
        <p:spPr>
          <a:xfrm>
            <a:off x="9224047" y="3693815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0" name="Google Shape;420;p54"/>
          <p:cNvSpPr txBox="1"/>
          <p:nvPr>
            <p:ph idx="4" type="body"/>
          </p:nvPr>
        </p:nvSpPr>
        <p:spPr>
          <a:xfrm>
            <a:off x="9224047" y="4791095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21" name="Google Shape;421;p54"/>
          <p:cNvCxnSpPr/>
          <p:nvPr/>
        </p:nvCxnSpPr>
        <p:spPr>
          <a:xfrm>
            <a:off x="9224047" y="3488075"/>
            <a:ext cx="261254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2" name="Google Shape;422;p54"/>
          <p:cNvCxnSpPr/>
          <p:nvPr/>
        </p:nvCxnSpPr>
        <p:spPr>
          <a:xfrm>
            <a:off x="9224047" y="2390795"/>
            <a:ext cx="261254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423" name="Google Shape;423;p54"/>
          <p:cNvGrpSpPr/>
          <p:nvPr/>
        </p:nvGrpSpPr>
        <p:grpSpPr>
          <a:xfrm>
            <a:off x="4331748" y="2246623"/>
            <a:ext cx="3571280" cy="3572220"/>
            <a:chOff x="4873370" y="2579153"/>
            <a:chExt cx="4212334" cy="4213445"/>
          </a:xfrm>
        </p:grpSpPr>
        <p:sp>
          <p:nvSpPr>
            <p:cNvPr id="424" name="Google Shape;424;p54"/>
            <p:cNvSpPr/>
            <p:nvPr/>
          </p:nvSpPr>
          <p:spPr>
            <a:xfrm>
              <a:off x="4873370" y="2579153"/>
              <a:ext cx="4212334" cy="4213445"/>
            </a:xfrm>
            <a:custGeom>
              <a:rect b="b" l="l" r="r" t="t"/>
              <a:pathLst>
                <a:path extrusionOk="0" h="4213445" w="4212334">
                  <a:moveTo>
                    <a:pt x="381" y="2104575"/>
                  </a:moveTo>
                  <a:cubicBezTo>
                    <a:pt x="553" y="3266727"/>
                    <a:pt x="942803" y="4208698"/>
                    <a:pt x="2104956" y="4208526"/>
                  </a:cubicBezTo>
                  <a:cubicBezTo>
                    <a:pt x="3267108" y="4208354"/>
                    <a:pt x="4209079" y="3266104"/>
                    <a:pt x="4208907" y="2103952"/>
                  </a:cubicBezTo>
                  <a:cubicBezTo>
                    <a:pt x="4208735" y="941799"/>
                    <a:pt x="3266485" y="-172"/>
                    <a:pt x="2104332" y="0"/>
                  </a:cubicBezTo>
                  <a:cubicBezTo>
                    <a:pt x="1253744" y="126"/>
                    <a:pt x="486882" y="512324"/>
                    <a:pt x="160972" y="1297998"/>
                  </a:cubicBezTo>
                  <a:cubicBezTo>
                    <a:pt x="55106" y="1553736"/>
                    <a:pt x="541" y="1827790"/>
                    <a:pt x="381" y="2104575"/>
                  </a:cubicBezTo>
                  <a:close/>
                  <a:moveTo>
                    <a:pt x="381" y="2104575"/>
                  </a:moveTo>
                  <a:cubicBezTo>
                    <a:pt x="1979" y="941476"/>
                    <a:pt x="946152" y="-106"/>
                    <a:pt x="2109250" y="1492"/>
                  </a:cubicBezTo>
                  <a:cubicBezTo>
                    <a:pt x="3272348" y="3090"/>
                    <a:pt x="4213930" y="947263"/>
                    <a:pt x="4212332" y="2110361"/>
                  </a:cubicBezTo>
                  <a:cubicBezTo>
                    <a:pt x="4210734" y="3273459"/>
                    <a:pt x="3266561" y="4215041"/>
                    <a:pt x="2103463" y="4213443"/>
                  </a:cubicBezTo>
                  <a:cubicBezTo>
                    <a:pt x="1252185" y="4212274"/>
                    <a:pt x="485327" y="3698720"/>
                    <a:pt x="160115" y="2912009"/>
                  </a:cubicBezTo>
                  <a:cubicBezTo>
                    <a:pt x="54288" y="2655975"/>
                    <a:pt x="-118" y="2381617"/>
                    <a:pt x="0" y="2104575"/>
                  </a:cubicBezTo>
                  <a:close/>
                </a:path>
              </a:pathLst>
            </a:custGeom>
            <a:solidFill>
              <a:schemeClr val="dk2">
                <a:alpha val="3882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54"/>
            <p:cNvSpPr/>
            <p:nvPr/>
          </p:nvSpPr>
          <p:spPr>
            <a:xfrm>
              <a:off x="5216816" y="2918401"/>
              <a:ext cx="3529575" cy="3529605"/>
            </a:xfrm>
            <a:custGeom>
              <a:rect b="b" l="l" r="r" t="t"/>
              <a:pathLst>
                <a:path extrusionOk="0" h="3529605" w="3529575">
                  <a:moveTo>
                    <a:pt x="822796" y="2707539"/>
                  </a:moveTo>
                  <a:cubicBezTo>
                    <a:pt x="984117" y="2869005"/>
                    <a:pt x="1161975" y="3013053"/>
                    <a:pt x="1353433" y="3137307"/>
                  </a:cubicBezTo>
                  <a:cubicBezTo>
                    <a:pt x="1449097" y="3199432"/>
                    <a:pt x="1548363" y="3255824"/>
                    <a:pt x="1650708" y="3306186"/>
                  </a:cubicBezTo>
                  <a:cubicBezTo>
                    <a:pt x="1753192" y="3356224"/>
                    <a:pt x="1859051" y="3399033"/>
                    <a:pt x="1967510" y="3434297"/>
                  </a:cubicBezTo>
                  <a:cubicBezTo>
                    <a:pt x="2075913" y="3469768"/>
                    <a:pt x="2187160" y="3495867"/>
                    <a:pt x="2300028" y="3512307"/>
                  </a:cubicBezTo>
                  <a:cubicBezTo>
                    <a:pt x="2412879" y="3529214"/>
                    <a:pt x="2527314" y="3532922"/>
                    <a:pt x="2641023" y="3523356"/>
                  </a:cubicBezTo>
                  <a:cubicBezTo>
                    <a:pt x="2754802" y="3513905"/>
                    <a:pt x="2866494" y="3487283"/>
                    <a:pt x="2972303" y="3444394"/>
                  </a:cubicBezTo>
                  <a:cubicBezTo>
                    <a:pt x="3185885" y="3356227"/>
                    <a:pt x="3355458" y="3186482"/>
                    <a:pt x="3443409" y="2972811"/>
                  </a:cubicBezTo>
                  <a:cubicBezTo>
                    <a:pt x="3486279" y="2867034"/>
                    <a:pt x="3512870" y="2755372"/>
                    <a:pt x="3522276" y="2641627"/>
                  </a:cubicBezTo>
                  <a:cubicBezTo>
                    <a:pt x="3531733" y="2527941"/>
                    <a:pt x="3527961" y="2413542"/>
                    <a:pt x="3511037" y="2300727"/>
                  </a:cubicBezTo>
                  <a:cubicBezTo>
                    <a:pt x="3494530" y="2187895"/>
                    <a:pt x="3468400" y="2076681"/>
                    <a:pt x="3432932" y="1968304"/>
                  </a:cubicBezTo>
                  <a:cubicBezTo>
                    <a:pt x="3397602" y="1859904"/>
                    <a:pt x="3354730" y="1754108"/>
                    <a:pt x="3304630" y="1651693"/>
                  </a:cubicBezTo>
                  <a:cubicBezTo>
                    <a:pt x="3254532" y="1549376"/>
                    <a:pt x="3198427" y="1450111"/>
                    <a:pt x="3136609" y="1354418"/>
                  </a:cubicBezTo>
                  <a:cubicBezTo>
                    <a:pt x="2886821" y="970893"/>
                    <a:pt x="2559546" y="643877"/>
                    <a:pt x="2175823" y="394393"/>
                  </a:cubicBezTo>
                  <a:cubicBezTo>
                    <a:pt x="2080116" y="332428"/>
                    <a:pt x="1980818" y="276195"/>
                    <a:pt x="1878452" y="225991"/>
                  </a:cubicBezTo>
                  <a:cubicBezTo>
                    <a:pt x="1776033" y="175953"/>
                    <a:pt x="1670238" y="133145"/>
                    <a:pt x="1561841" y="97880"/>
                  </a:cubicBezTo>
                  <a:cubicBezTo>
                    <a:pt x="1453485" y="62519"/>
                    <a:pt x="1342305" y="36485"/>
                    <a:pt x="1229514" y="20061"/>
                  </a:cubicBezTo>
                  <a:cubicBezTo>
                    <a:pt x="1116734" y="3107"/>
                    <a:pt x="1002367" y="-697"/>
                    <a:pt x="888709" y="8726"/>
                  </a:cubicBezTo>
                  <a:cubicBezTo>
                    <a:pt x="775071" y="18220"/>
                    <a:pt x="663515" y="44809"/>
                    <a:pt x="557811" y="87593"/>
                  </a:cubicBezTo>
                  <a:cubicBezTo>
                    <a:pt x="344656" y="175724"/>
                    <a:pt x="175302" y="345009"/>
                    <a:pt x="87085" y="558128"/>
                  </a:cubicBezTo>
                  <a:cubicBezTo>
                    <a:pt x="44155" y="663829"/>
                    <a:pt x="17500" y="775429"/>
                    <a:pt x="8028" y="889122"/>
                  </a:cubicBezTo>
                  <a:cubicBezTo>
                    <a:pt x="-1557" y="1002700"/>
                    <a:pt x="2119" y="1117008"/>
                    <a:pt x="18981" y="1229736"/>
                  </a:cubicBezTo>
                  <a:cubicBezTo>
                    <a:pt x="35402" y="1342589"/>
                    <a:pt x="61437" y="1453833"/>
                    <a:pt x="96801" y="1562254"/>
                  </a:cubicBezTo>
                  <a:cubicBezTo>
                    <a:pt x="132008" y="1670719"/>
                    <a:pt x="174785" y="1776580"/>
                    <a:pt x="224817" y="1879055"/>
                  </a:cubicBezTo>
                  <a:cubicBezTo>
                    <a:pt x="275069" y="1981526"/>
                    <a:pt x="331366" y="2080920"/>
                    <a:pt x="393409" y="2176712"/>
                  </a:cubicBezTo>
                  <a:cubicBezTo>
                    <a:pt x="517538" y="2368215"/>
                    <a:pt x="661458" y="2546136"/>
                    <a:pt x="822796" y="2707540"/>
                  </a:cubicBezTo>
                  <a:close/>
                  <a:moveTo>
                    <a:pt x="822796" y="2707539"/>
                  </a:moveTo>
                  <a:cubicBezTo>
                    <a:pt x="661150" y="2546274"/>
                    <a:pt x="516881" y="2368484"/>
                    <a:pt x="392361" y="2177092"/>
                  </a:cubicBezTo>
                  <a:cubicBezTo>
                    <a:pt x="330287" y="2081382"/>
                    <a:pt x="273928" y="1982085"/>
                    <a:pt x="223578" y="1879722"/>
                  </a:cubicBezTo>
                  <a:cubicBezTo>
                    <a:pt x="173330" y="1777313"/>
                    <a:pt x="130299" y="1671518"/>
                    <a:pt x="94800" y="1563111"/>
                  </a:cubicBezTo>
                  <a:cubicBezTo>
                    <a:pt x="59238" y="1454611"/>
                    <a:pt x="33013" y="1343272"/>
                    <a:pt x="16409" y="1230307"/>
                  </a:cubicBezTo>
                  <a:cubicBezTo>
                    <a:pt x="-597" y="1117308"/>
                    <a:pt x="-4401" y="1002714"/>
                    <a:pt x="5074" y="888836"/>
                  </a:cubicBezTo>
                  <a:cubicBezTo>
                    <a:pt x="14444" y="774838"/>
                    <a:pt x="41035" y="662919"/>
                    <a:pt x="83941" y="556889"/>
                  </a:cubicBezTo>
                  <a:cubicBezTo>
                    <a:pt x="172149" y="342663"/>
                    <a:pt x="342209" y="172501"/>
                    <a:pt x="556381" y="84164"/>
                  </a:cubicBezTo>
                  <a:cubicBezTo>
                    <a:pt x="662446" y="41230"/>
                    <a:pt x="774391" y="14576"/>
                    <a:pt x="888423" y="5106"/>
                  </a:cubicBezTo>
                  <a:cubicBezTo>
                    <a:pt x="1002329" y="-4398"/>
                    <a:pt x="1116954" y="-626"/>
                    <a:pt x="1229989" y="16346"/>
                  </a:cubicBezTo>
                  <a:cubicBezTo>
                    <a:pt x="1342978" y="32895"/>
                    <a:pt x="1454348" y="59057"/>
                    <a:pt x="1562888" y="94546"/>
                  </a:cubicBezTo>
                  <a:cubicBezTo>
                    <a:pt x="1671439" y="129924"/>
                    <a:pt x="1777392" y="172827"/>
                    <a:pt x="1879975" y="222943"/>
                  </a:cubicBezTo>
                  <a:cubicBezTo>
                    <a:pt x="1982378" y="273265"/>
                    <a:pt x="2081736" y="329560"/>
                    <a:pt x="2177536" y="391535"/>
                  </a:cubicBezTo>
                  <a:cubicBezTo>
                    <a:pt x="2561458" y="641361"/>
                    <a:pt x="2888783" y="968848"/>
                    <a:pt x="3138418" y="1352894"/>
                  </a:cubicBezTo>
                  <a:cubicBezTo>
                    <a:pt x="3200451" y="1448692"/>
                    <a:pt x="3256748" y="1548085"/>
                    <a:pt x="3307011" y="1650550"/>
                  </a:cubicBezTo>
                  <a:cubicBezTo>
                    <a:pt x="3357081" y="1753097"/>
                    <a:pt x="3399921" y="1859020"/>
                    <a:pt x="3435217" y="1967542"/>
                  </a:cubicBezTo>
                  <a:cubicBezTo>
                    <a:pt x="3470756" y="2076224"/>
                    <a:pt x="3496888" y="2187759"/>
                    <a:pt x="3513322" y="2300917"/>
                  </a:cubicBezTo>
                  <a:cubicBezTo>
                    <a:pt x="3530216" y="2413896"/>
                    <a:pt x="3533956" y="2528453"/>
                    <a:pt x="3524466" y="2642293"/>
                  </a:cubicBezTo>
                  <a:cubicBezTo>
                    <a:pt x="3514966" y="2756238"/>
                    <a:pt x="3488280" y="2868089"/>
                    <a:pt x="3445314" y="2974049"/>
                  </a:cubicBezTo>
                  <a:cubicBezTo>
                    <a:pt x="3357026" y="3187968"/>
                    <a:pt x="3187097" y="3357863"/>
                    <a:pt x="2973159" y="3446108"/>
                  </a:cubicBezTo>
                  <a:cubicBezTo>
                    <a:pt x="2867122" y="3488804"/>
                    <a:pt x="2755243" y="3515232"/>
                    <a:pt x="2641308" y="3524498"/>
                  </a:cubicBezTo>
                  <a:cubicBezTo>
                    <a:pt x="2527466" y="3534004"/>
                    <a:pt x="2412904" y="3530232"/>
                    <a:pt x="2299933" y="3513259"/>
                  </a:cubicBezTo>
                  <a:cubicBezTo>
                    <a:pt x="2186998" y="3496755"/>
                    <a:pt x="2075687" y="3470592"/>
                    <a:pt x="1967224" y="3435059"/>
                  </a:cubicBezTo>
                  <a:cubicBezTo>
                    <a:pt x="1858865" y="3399664"/>
                    <a:pt x="1753103" y="3356761"/>
                    <a:pt x="1650708" y="3306662"/>
                  </a:cubicBezTo>
                  <a:cubicBezTo>
                    <a:pt x="1548307" y="3256361"/>
                    <a:pt x="1448977" y="3200033"/>
                    <a:pt x="1353243" y="3137974"/>
                  </a:cubicBezTo>
                  <a:cubicBezTo>
                    <a:pt x="1161775" y="3013546"/>
                    <a:pt x="983891" y="2869374"/>
                    <a:pt x="822510" y="2707825"/>
                  </a:cubicBezTo>
                  <a:close/>
                </a:path>
              </a:pathLst>
            </a:custGeom>
            <a:solidFill>
              <a:schemeClr val="dk2">
                <a:alpha val="3882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54"/>
            <p:cNvSpPr/>
            <p:nvPr/>
          </p:nvSpPr>
          <p:spPr>
            <a:xfrm>
              <a:off x="5461760" y="3163851"/>
              <a:ext cx="3040987" cy="3041083"/>
            </a:xfrm>
            <a:custGeom>
              <a:rect b="b" l="l" r="r" t="t"/>
              <a:pathLst>
                <a:path extrusionOk="0" h="3041083" w="3040987">
                  <a:moveTo>
                    <a:pt x="1812197" y="1227745"/>
                  </a:moveTo>
                  <a:cubicBezTo>
                    <a:pt x="1681704" y="1097506"/>
                    <a:pt x="1548005" y="970697"/>
                    <a:pt x="1411099" y="847316"/>
                  </a:cubicBezTo>
                  <a:cubicBezTo>
                    <a:pt x="1274034" y="724158"/>
                    <a:pt x="1133541" y="604810"/>
                    <a:pt x="988475" y="491081"/>
                  </a:cubicBezTo>
                  <a:cubicBezTo>
                    <a:pt x="844235" y="376322"/>
                    <a:pt x="693386" y="270126"/>
                    <a:pt x="536704" y="173041"/>
                  </a:cubicBezTo>
                  <a:cubicBezTo>
                    <a:pt x="458424" y="124467"/>
                    <a:pt x="376558" y="81926"/>
                    <a:pt x="291816" y="45787"/>
                  </a:cubicBezTo>
                  <a:cubicBezTo>
                    <a:pt x="249430" y="27759"/>
                    <a:pt x="205236" y="14316"/>
                    <a:pt x="159990" y="5687"/>
                  </a:cubicBezTo>
                  <a:cubicBezTo>
                    <a:pt x="137321" y="1707"/>
                    <a:pt x="114212" y="874"/>
                    <a:pt x="91315" y="3211"/>
                  </a:cubicBezTo>
                  <a:cubicBezTo>
                    <a:pt x="79944" y="4580"/>
                    <a:pt x="68801" y="7430"/>
                    <a:pt x="58168" y="11688"/>
                  </a:cubicBezTo>
                  <a:cubicBezTo>
                    <a:pt x="36676" y="20227"/>
                    <a:pt x="19654" y="37249"/>
                    <a:pt x="11115" y="58741"/>
                  </a:cubicBezTo>
                  <a:cubicBezTo>
                    <a:pt x="6857" y="69374"/>
                    <a:pt x="4007" y="80517"/>
                    <a:pt x="2637" y="91888"/>
                  </a:cubicBezTo>
                  <a:cubicBezTo>
                    <a:pt x="555" y="114749"/>
                    <a:pt x="1581" y="137787"/>
                    <a:pt x="5685" y="160373"/>
                  </a:cubicBezTo>
                  <a:cubicBezTo>
                    <a:pt x="14303" y="205602"/>
                    <a:pt x="27779" y="249769"/>
                    <a:pt x="45881" y="292104"/>
                  </a:cubicBezTo>
                  <a:cubicBezTo>
                    <a:pt x="82127" y="376725"/>
                    <a:pt x="124764" y="458463"/>
                    <a:pt x="173421" y="536611"/>
                  </a:cubicBezTo>
                  <a:cubicBezTo>
                    <a:pt x="270486" y="693161"/>
                    <a:pt x="376649" y="843883"/>
                    <a:pt x="491365" y="988000"/>
                  </a:cubicBezTo>
                  <a:cubicBezTo>
                    <a:pt x="605665" y="1132971"/>
                    <a:pt x="724632" y="1273751"/>
                    <a:pt x="847886" y="1410339"/>
                  </a:cubicBezTo>
                  <a:cubicBezTo>
                    <a:pt x="971139" y="1546927"/>
                    <a:pt x="1098203" y="1680849"/>
                    <a:pt x="1228886" y="1811151"/>
                  </a:cubicBezTo>
                  <a:cubicBezTo>
                    <a:pt x="1359569" y="1941453"/>
                    <a:pt x="1492728" y="2068326"/>
                    <a:pt x="1629793" y="2191579"/>
                  </a:cubicBezTo>
                  <a:cubicBezTo>
                    <a:pt x="1766858" y="2314833"/>
                    <a:pt x="1907351" y="2434181"/>
                    <a:pt x="2052322" y="2547910"/>
                  </a:cubicBezTo>
                  <a:cubicBezTo>
                    <a:pt x="2196514" y="2662615"/>
                    <a:pt x="2347299" y="2768778"/>
                    <a:pt x="2503902" y="2865854"/>
                  </a:cubicBezTo>
                  <a:cubicBezTo>
                    <a:pt x="2582180" y="2914433"/>
                    <a:pt x="2664046" y="2956974"/>
                    <a:pt x="2748790" y="2993108"/>
                  </a:cubicBezTo>
                  <a:cubicBezTo>
                    <a:pt x="2791065" y="3011148"/>
                    <a:pt x="2835169" y="3024561"/>
                    <a:pt x="2880330" y="3033113"/>
                  </a:cubicBezTo>
                  <a:cubicBezTo>
                    <a:pt x="2902846" y="3037279"/>
                    <a:pt x="2925833" y="3038273"/>
                    <a:pt x="2948624" y="3036066"/>
                  </a:cubicBezTo>
                  <a:cubicBezTo>
                    <a:pt x="2959905" y="3034762"/>
                    <a:pt x="2970958" y="3031943"/>
                    <a:pt x="2981486" y="3027684"/>
                  </a:cubicBezTo>
                  <a:cubicBezTo>
                    <a:pt x="2992051" y="3023348"/>
                    <a:pt x="3001735" y="3017118"/>
                    <a:pt x="3010061" y="3009301"/>
                  </a:cubicBezTo>
                  <a:cubicBezTo>
                    <a:pt x="3017909" y="3000999"/>
                    <a:pt x="3024143" y="2991309"/>
                    <a:pt x="3028444" y="2980726"/>
                  </a:cubicBezTo>
                  <a:cubicBezTo>
                    <a:pt x="3032701" y="2970192"/>
                    <a:pt x="3035551" y="2959143"/>
                    <a:pt x="3036921" y="2947864"/>
                  </a:cubicBezTo>
                  <a:cubicBezTo>
                    <a:pt x="3039034" y="2925071"/>
                    <a:pt x="3038040" y="2902096"/>
                    <a:pt x="3033968" y="2879570"/>
                  </a:cubicBezTo>
                  <a:cubicBezTo>
                    <a:pt x="3025448" y="2834370"/>
                    <a:pt x="3012033" y="2790232"/>
                    <a:pt x="2993963" y="2747934"/>
                  </a:cubicBezTo>
                  <a:cubicBezTo>
                    <a:pt x="2957909" y="2663188"/>
                    <a:pt x="2915430" y="2581320"/>
                    <a:pt x="2866900" y="2503047"/>
                  </a:cubicBezTo>
                  <a:cubicBezTo>
                    <a:pt x="2769751" y="2346506"/>
                    <a:pt x="2663525" y="2195785"/>
                    <a:pt x="2548765" y="2051657"/>
                  </a:cubicBezTo>
                  <a:cubicBezTo>
                    <a:pt x="2435132" y="1906591"/>
                    <a:pt x="2315784" y="1765907"/>
                    <a:pt x="2192720" y="1628938"/>
                  </a:cubicBezTo>
                  <a:cubicBezTo>
                    <a:pt x="2069658" y="1491968"/>
                    <a:pt x="1942308" y="1358237"/>
                    <a:pt x="1812197" y="1227745"/>
                  </a:cubicBezTo>
                  <a:close/>
                  <a:moveTo>
                    <a:pt x="1812197" y="1227745"/>
                  </a:moveTo>
                  <a:cubicBezTo>
                    <a:pt x="1942626" y="1358047"/>
                    <a:pt x="2069626" y="1491587"/>
                    <a:pt x="2193197" y="1628366"/>
                  </a:cubicBezTo>
                  <a:cubicBezTo>
                    <a:pt x="2316450" y="1765336"/>
                    <a:pt x="2435989" y="1905734"/>
                    <a:pt x="2549908" y="2050705"/>
                  </a:cubicBezTo>
                  <a:cubicBezTo>
                    <a:pt x="2664873" y="2194855"/>
                    <a:pt x="2771260" y="2345642"/>
                    <a:pt x="2868519" y="2502285"/>
                  </a:cubicBezTo>
                  <a:cubicBezTo>
                    <a:pt x="2917320" y="2580545"/>
                    <a:pt x="2960085" y="2662411"/>
                    <a:pt x="2996440" y="2747173"/>
                  </a:cubicBezTo>
                  <a:cubicBezTo>
                    <a:pt x="3014720" y="2789755"/>
                    <a:pt x="3028264" y="2834218"/>
                    <a:pt x="3036826" y="2879761"/>
                  </a:cubicBezTo>
                  <a:cubicBezTo>
                    <a:pt x="3041030" y="2902592"/>
                    <a:pt x="3042056" y="2925895"/>
                    <a:pt x="3039874" y="2949007"/>
                  </a:cubicBezTo>
                  <a:cubicBezTo>
                    <a:pt x="3038507" y="2960636"/>
                    <a:pt x="3035625" y="2972035"/>
                    <a:pt x="3031301" y="2982916"/>
                  </a:cubicBezTo>
                  <a:cubicBezTo>
                    <a:pt x="3026753" y="2993754"/>
                    <a:pt x="3020301" y="3003689"/>
                    <a:pt x="3012251" y="3012253"/>
                  </a:cubicBezTo>
                  <a:cubicBezTo>
                    <a:pt x="3003732" y="3020360"/>
                    <a:pt x="2993785" y="3026819"/>
                    <a:pt x="2982914" y="3031303"/>
                  </a:cubicBezTo>
                  <a:cubicBezTo>
                    <a:pt x="2972037" y="3035657"/>
                    <a:pt x="2960638" y="3038571"/>
                    <a:pt x="2949005" y="3039971"/>
                  </a:cubicBezTo>
                  <a:cubicBezTo>
                    <a:pt x="2925861" y="3042150"/>
                    <a:pt x="2902527" y="3041125"/>
                    <a:pt x="2879663" y="3036923"/>
                  </a:cubicBezTo>
                  <a:cubicBezTo>
                    <a:pt x="2834238" y="3028302"/>
                    <a:pt x="2789880" y="3014793"/>
                    <a:pt x="2747360" y="2996632"/>
                  </a:cubicBezTo>
                  <a:cubicBezTo>
                    <a:pt x="2662478" y="2960385"/>
                    <a:pt x="2580484" y="2917716"/>
                    <a:pt x="2502092" y="2868997"/>
                  </a:cubicBezTo>
                  <a:cubicBezTo>
                    <a:pt x="2345397" y="2771782"/>
                    <a:pt x="2194517" y="2665493"/>
                    <a:pt x="2050226" y="2550671"/>
                  </a:cubicBezTo>
                  <a:cubicBezTo>
                    <a:pt x="1905256" y="2436848"/>
                    <a:pt x="1764476" y="2317310"/>
                    <a:pt x="1627697" y="2194056"/>
                  </a:cubicBezTo>
                  <a:cubicBezTo>
                    <a:pt x="1490918" y="2070802"/>
                    <a:pt x="1357187" y="1943644"/>
                    <a:pt x="1226790" y="1813056"/>
                  </a:cubicBezTo>
                  <a:cubicBezTo>
                    <a:pt x="1096393" y="1682468"/>
                    <a:pt x="969615" y="1549118"/>
                    <a:pt x="846266" y="1412053"/>
                  </a:cubicBezTo>
                  <a:cubicBezTo>
                    <a:pt x="722918" y="1274989"/>
                    <a:pt x="603665" y="1134400"/>
                    <a:pt x="489936" y="989334"/>
                  </a:cubicBezTo>
                  <a:cubicBezTo>
                    <a:pt x="375123" y="845047"/>
                    <a:pt x="268895" y="694133"/>
                    <a:pt x="171801" y="537373"/>
                  </a:cubicBezTo>
                  <a:cubicBezTo>
                    <a:pt x="123145" y="459009"/>
                    <a:pt x="80539" y="377047"/>
                    <a:pt x="44357" y="292199"/>
                  </a:cubicBezTo>
                  <a:cubicBezTo>
                    <a:pt x="26184" y="249758"/>
                    <a:pt x="12706" y="205458"/>
                    <a:pt x="4161" y="160087"/>
                  </a:cubicBezTo>
                  <a:cubicBezTo>
                    <a:pt x="-41" y="137288"/>
                    <a:pt x="-1067" y="114017"/>
                    <a:pt x="1113" y="90936"/>
                  </a:cubicBezTo>
                  <a:cubicBezTo>
                    <a:pt x="2525" y="79398"/>
                    <a:pt x="5439" y="68095"/>
                    <a:pt x="9781" y="57313"/>
                  </a:cubicBezTo>
                  <a:cubicBezTo>
                    <a:pt x="18494" y="35605"/>
                    <a:pt x="35698" y="18400"/>
                    <a:pt x="57406" y="9688"/>
                  </a:cubicBezTo>
                  <a:cubicBezTo>
                    <a:pt x="68192" y="5378"/>
                    <a:pt x="79496" y="2496"/>
                    <a:pt x="91029" y="1115"/>
                  </a:cubicBezTo>
                  <a:cubicBezTo>
                    <a:pt x="114075" y="-1051"/>
                    <a:pt x="137309" y="-58"/>
                    <a:pt x="160085" y="4068"/>
                  </a:cubicBezTo>
                  <a:cubicBezTo>
                    <a:pt x="205451" y="12722"/>
                    <a:pt x="249747" y="26263"/>
                    <a:pt x="292197" y="44454"/>
                  </a:cubicBezTo>
                  <a:cubicBezTo>
                    <a:pt x="377065" y="80631"/>
                    <a:pt x="459030" y="123270"/>
                    <a:pt x="537370" y="171994"/>
                  </a:cubicBezTo>
                  <a:cubicBezTo>
                    <a:pt x="694025" y="269177"/>
                    <a:pt x="844843" y="375468"/>
                    <a:pt x="989046" y="490319"/>
                  </a:cubicBezTo>
                  <a:cubicBezTo>
                    <a:pt x="1134017" y="604143"/>
                    <a:pt x="1274796" y="723682"/>
                    <a:pt x="1411385" y="846935"/>
                  </a:cubicBezTo>
                  <a:cubicBezTo>
                    <a:pt x="1547973" y="970189"/>
                    <a:pt x="1681990" y="1097157"/>
                    <a:pt x="1812387" y="1227459"/>
                  </a:cubicBezTo>
                  <a:close/>
                </a:path>
              </a:pathLst>
            </a:custGeom>
            <a:solidFill>
              <a:schemeClr val="dk2">
                <a:alpha val="3882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54"/>
            <p:cNvSpPr/>
            <p:nvPr/>
          </p:nvSpPr>
          <p:spPr>
            <a:xfrm>
              <a:off x="5216688" y="2918960"/>
              <a:ext cx="3529225" cy="3529678"/>
            </a:xfrm>
            <a:custGeom>
              <a:rect b="b" l="l" r="r" t="t"/>
              <a:pathLst>
                <a:path extrusionOk="0" h="3529678" w="3529225">
                  <a:moveTo>
                    <a:pt x="2707255" y="2706980"/>
                  </a:moveTo>
                  <a:cubicBezTo>
                    <a:pt x="2868598" y="2545624"/>
                    <a:pt x="3012548" y="2367770"/>
                    <a:pt x="3136737" y="2176342"/>
                  </a:cubicBezTo>
                  <a:cubicBezTo>
                    <a:pt x="3198698" y="2080583"/>
                    <a:pt x="3254961" y="1981256"/>
                    <a:pt x="3305234" y="1878876"/>
                  </a:cubicBezTo>
                  <a:cubicBezTo>
                    <a:pt x="3355273" y="1776360"/>
                    <a:pt x="3398082" y="1670469"/>
                    <a:pt x="3433346" y="1561980"/>
                  </a:cubicBezTo>
                  <a:cubicBezTo>
                    <a:pt x="3468894" y="1453483"/>
                    <a:pt x="3495088" y="1342142"/>
                    <a:pt x="3511641" y="1229176"/>
                  </a:cubicBezTo>
                  <a:cubicBezTo>
                    <a:pt x="3528550" y="1116326"/>
                    <a:pt x="3532258" y="1001890"/>
                    <a:pt x="3522690" y="888181"/>
                  </a:cubicBezTo>
                  <a:cubicBezTo>
                    <a:pt x="3513250" y="774431"/>
                    <a:pt x="3486627" y="662769"/>
                    <a:pt x="3443728" y="556997"/>
                  </a:cubicBezTo>
                  <a:cubicBezTo>
                    <a:pt x="3355534" y="343631"/>
                    <a:pt x="3185963" y="174197"/>
                    <a:pt x="2972526" y="86176"/>
                  </a:cubicBezTo>
                  <a:cubicBezTo>
                    <a:pt x="2866756" y="43423"/>
                    <a:pt x="2755133" y="16898"/>
                    <a:pt x="2641437" y="7499"/>
                  </a:cubicBezTo>
                  <a:cubicBezTo>
                    <a:pt x="2527753" y="-2005"/>
                    <a:pt x="2413349" y="1767"/>
                    <a:pt x="2300537" y="18739"/>
                  </a:cubicBezTo>
                  <a:cubicBezTo>
                    <a:pt x="2187705" y="35246"/>
                    <a:pt x="2076492" y="61377"/>
                    <a:pt x="1968115" y="96844"/>
                  </a:cubicBezTo>
                  <a:cubicBezTo>
                    <a:pt x="1859716" y="132141"/>
                    <a:pt x="1753921" y="174982"/>
                    <a:pt x="1651504" y="225051"/>
                  </a:cubicBezTo>
                  <a:cubicBezTo>
                    <a:pt x="1549173" y="275393"/>
                    <a:pt x="1449880" y="331687"/>
                    <a:pt x="1354133" y="393643"/>
                  </a:cubicBezTo>
                  <a:cubicBezTo>
                    <a:pt x="970678" y="643320"/>
                    <a:pt x="643671" y="970424"/>
                    <a:pt x="394109" y="1353954"/>
                  </a:cubicBezTo>
                  <a:cubicBezTo>
                    <a:pt x="332124" y="1449615"/>
                    <a:pt x="275890" y="1548883"/>
                    <a:pt x="225707" y="1651229"/>
                  </a:cubicBezTo>
                  <a:cubicBezTo>
                    <a:pt x="175685" y="1753688"/>
                    <a:pt x="132877" y="1859514"/>
                    <a:pt x="97595" y="1967935"/>
                  </a:cubicBezTo>
                  <a:cubicBezTo>
                    <a:pt x="62125" y="2076273"/>
                    <a:pt x="36026" y="2187458"/>
                    <a:pt x="19586" y="2300263"/>
                  </a:cubicBezTo>
                  <a:cubicBezTo>
                    <a:pt x="2693" y="2413018"/>
                    <a:pt x="-1047" y="2527354"/>
                    <a:pt x="8441" y="2640972"/>
                  </a:cubicBezTo>
                  <a:cubicBezTo>
                    <a:pt x="17922" y="2754736"/>
                    <a:pt x="44510" y="2866419"/>
                    <a:pt x="87308" y="2972251"/>
                  </a:cubicBezTo>
                  <a:cubicBezTo>
                    <a:pt x="175439" y="3185406"/>
                    <a:pt x="344724" y="3354760"/>
                    <a:pt x="557844" y="3442977"/>
                  </a:cubicBezTo>
                  <a:cubicBezTo>
                    <a:pt x="663559" y="3485862"/>
                    <a:pt x="775152" y="3512516"/>
                    <a:pt x="888837" y="3522034"/>
                  </a:cubicBezTo>
                  <a:cubicBezTo>
                    <a:pt x="1002480" y="3531585"/>
                    <a:pt x="1116847" y="3527909"/>
                    <a:pt x="1229642" y="3511081"/>
                  </a:cubicBezTo>
                  <a:cubicBezTo>
                    <a:pt x="1342495" y="3494659"/>
                    <a:pt x="1453739" y="3468625"/>
                    <a:pt x="1562160" y="3433261"/>
                  </a:cubicBezTo>
                  <a:cubicBezTo>
                    <a:pt x="1670765" y="3397899"/>
                    <a:pt x="1776779" y="3355028"/>
                    <a:pt x="1879437" y="3304959"/>
                  </a:cubicBezTo>
                  <a:cubicBezTo>
                    <a:pt x="1981837" y="3254761"/>
                    <a:pt x="2081167" y="3198528"/>
                    <a:pt x="2176903" y="3136557"/>
                  </a:cubicBezTo>
                  <a:cubicBezTo>
                    <a:pt x="2368274" y="3012376"/>
                    <a:pt x="2546038" y="2868389"/>
                    <a:pt x="2707255" y="2706980"/>
                  </a:cubicBezTo>
                  <a:close/>
                  <a:moveTo>
                    <a:pt x="2707255" y="2706980"/>
                  </a:moveTo>
                  <a:cubicBezTo>
                    <a:pt x="2546012" y="2868623"/>
                    <a:pt x="2368219" y="3012863"/>
                    <a:pt x="2176808" y="3137319"/>
                  </a:cubicBezTo>
                  <a:cubicBezTo>
                    <a:pt x="2081105" y="3199491"/>
                    <a:pt x="1981808" y="3255945"/>
                    <a:pt x="1879437" y="3306388"/>
                  </a:cubicBezTo>
                  <a:cubicBezTo>
                    <a:pt x="1776946" y="3356591"/>
                    <a:pt x="1671053" y="3399528"/>
                    <a:pt x="1562540" y="3434880"/>
                  </a:cubicBezTo>
                  <a:cubicBezTo>
                    <a:pt x="1454050" y="3470476"/>
                    <a:pt x="1342708" y="3496702"/>
                    <a:pt x="1229737" y="3513271"/>
                  </a:cubicBezTo>
                  <a:cubicBezTo>
                    <a:pt x="1116925" y="3530217"/>
                    <a:pt x="1002531" y="3534053"/>
                    <a:pt x="888837" y="3524701"/>
                  </a:cubicBezTo>
                  <a:cubicBezTo>
                    <a:pt x="774847" y="3515285"/>
                    <a:pt x="662934" y="3488696"/>
                    <a:pt x="556891" y="3445834"/>
                  </a:cubicBezTo>
                  <a:cubicBezTo>
                    <a:pt x="342665" y="3357626"/>
                    <a:pt x="172502" y="3187567"/>
                    <a:pt x="84165" y="2973394"/>
                  </a:cubicBezTo>
                  <a:cubicBezTo>
                    <a:pt x="41252" y="2867323"/>
                    <a:pt x="14599" y="2755381"/>
                    <a:pt x="5107" y="2641353"/>
                  </a:cubicBezTo>
                  <a:cubicBezTo>
                    <a:pt x="-4398" y="2527446"/>
                    <a:pt x="-626" y="2412821"/>
                    <a:pt x="16347" y="2299786"/>
                  </a:cubicBezTo>
                  <a:cubicBezTo>
                    <a:pt x="32875" y="2186794"/>
                    <a:pt x="59037" y="2075422"/>
                    <a:pt x="94547" y="1966888"/>
                  </a:cubicBezTo>
                  <a:cubicBezTo>
                    <a:pt x="129908" y="1858330"/>
                    <a:pt x="172811" y="1752376"/>
                    <a:pt x="222944" y="1649800"/>
                  </a:cubicBezTo>
                  <a:cubicBezTo>
                    <a:pt x="273318" y="1547375"/>
                    <a:pt x="329643" y="1447987"/>
                    <a:pt x="391632" y="1352144"/>
                  </a:cubicBezTo>
                  <a:cubicBezTo>
                    <a:pt x="641344" y="968181"/>
                    <a:pt x="968695" y="640765"/>
                    <a:pt x="1352609" y="390976"/>
                  </a:cubicBezTo>
                  <a:cubicBezTo>
                    <a:pt x="1448386" y="328908"/>
                    <a:pt x="1547781" y="272610"/>
                    <a:pt x="1650266" y="222384"/>
                  </a:cubicBezTo>
                  <a:cubicBezTo>
                    <a:pt x="1752793" y="172242"/>
                    <a:pt x="1858718" y="129369"/>
                    <a:pt x="1967258" y="94082"/>
                  </a:cubicBezTo>
                  <a:cubicBezTo>
                    <a:pt x="2075797" y="58614"/>
                    <a:pt x="2187168" y="32484"/>
                    <a:pt x="2300156" y="15977"/>
                  </a:cubicBezTo>
                  <a:cubicBezTo>
                    <a:pt x="2413118" y="-799"/>
                    <a:pt x="2527648" y="-4379"/>
                    <a:pt x="2641437" y="5309"/>
                  </a:cubicBezTo>
                  <a:cubicBezTo>
                    <a:pt x="2755377" y="14779"/>
                    <a:pt x="2867228" y="41433"/>
                    <a:pt x="2973193" y="84366"/>
                  </a:cubicBezTo>
                  <a:cubicBezTo>
                    <a:pt x="3187095" y="172730"/>
                    <a:pt x="3356975" y="342678"/>
                    <a:pt x="3445252" y="556616"/>
                  </a:cubicBezTo>
                  <a:cubicBezTo>
                    <a:pt x="3488120" y="662591"/>
                    <a:pt x="3514710" y="774442"/>
                    <a:pt x="3524119" y="888372"/>
                  </a:cubicBezTo>
                  <a:cubicBezTo>
                    <a:pt x="3533623" y="1002183"/>
                    <a:pt x="3529851" y="1116713"/>
                    <a:pt x="3512880" y="1229652"/>
                  </a:cubicBezTo>
                  <a:cubicBezTo>
                    <a:pt x="3496383" y="1342642"/>
                    <a:pt x="3470252" y="1454014"/>
                    <a:pt x="3434775" y="1562551"/>
                  </a:cubicBezTo>
                  <a:cubicBezTo>
                    <a:pt x="3399414" y="1671047"/>
                    <a:pt x="3356511" y="1776937"/>
                    <a:pt x="3306378" y="1879448"/>
                  </a:cubicBezTo>
                  <a:cubicBezTo>
                    <a:pt x="3256061" y="1981841"/>
                    <a:pt x="3199733" y="2081170"/>
                    <a:pt x="3137690" y="2176914"/>
                  </a:cubicBezTo>
                  <a:cubicBezTo>
                    <a:pt x="3013260" y="2368263"/>
                    <a:pt x="2869087" y="2546021"/>
                    <a:pt x="2707541" y="2707266"/>
                  </a:cubicBezTo>
                  <a:close/>
                </a:path>
              </a:pathLst>
            </a:custGeom>
            <a:solidFill>
              <a:schemeClr val="dk2">
                <a:alpha val="3882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54"/>
            <p:cNvSpPr/>
            <p:nvPr/>
          </p:nvSpPr>
          <p:spPr>
            <a:xfrm>
              <a:off x="5461569" y="3162899"/>
              <a:ext cx="3041275" cy="3041401"/>
            </a:xfrm>
            <a:custGeom>
              <a:rect b="b" l="l" r="r" t="t"/>
              <a:pathLst>
                <a:path extrusionOk="0" h="3041401" w="3041275">
                  <a:moveTo>
                    <a:pt x="1228029" y="1228696"/>
                  </a:moveTo>
                  <a:cubicBezTo>
                    <a:pt x="1097790" y="1359125"/>
                    <a:pt x="970981" y="1492793"/>
                    <a:pt x="847600" y="1629699"/>
                  </a:cubicBezTo>
                  <a:cubicBezTo>
                    <a:pt x="724442" y="1766859"/>
                    <a:pt x="604998" y="1907352"/>
                    <a:pt x="491556" y="2052037"/>
                  </a:cubicBezTo>
                  <a:cubicBezTo>
                    <a:pt x="376880" y="2196318"/>
                    <a:pt x="270719" y="2347164"/>
                    <a:pt x="173611" y="2503808"/>
                  </a:cubicBezTo>
                  <a:cubicBezTo>
                    <a:pt x="125055" y="2582131"/>
                    <a:pt x="82515" y="2664028"/>
                    <a:pt x="46357" y="2748791"/>
                  </a:cubicBezTo>
                  <a:cubicBezTo>
                    <a:pt x="28110" y="2791171"/>
                    <a:pt x="14505" y="2835403"/>
                    <a:pt x="5781" y="2880712"/>
                  </a:cubicBezTo>
                  <a:cubicBezTo>
                    <a:pt x="1661" y="2903329"/>
                    <a:pt x="668" y="2926405"/>
                    <a:pt x="2828" y="2949292"/>
                  </a:cubicBezTo>
                  <a:cubicBezTo>
                    <a:pt x="4219" y="2960659"/>
                    <a:pt x="7068" y="2971800"/>
                    <a:pt x="11305" y="2982440"/>
                  </a:cubicBezTo>
                  <a:cubicBezTo>
                    <a:pt x="15814" y="2993071"/>
                    <a:pt x="22275" y="3002764"/>
                    <a:pt x="30355" y="3011015"/>
                  </a:cubicBezTo>
                  <a:cubicBezTo>
                    <a:pt x="38666" y="3018898"/>
                    <a:pt x="48351" y="3025193"/>
                    <a:pt x="58930" y="3029588"/>
                  </a:cubicBezTo>
                  <a:cubicBezTo>
                    <a:pt x="69563" y="3033846"/>
                    <a:pt x="80706" y="3036696"/>
                    <a:pt x="92077" y="3038066"/>
                  </a:cubicBezTo>
                  <a:cubicBezTo>
                    <a:pt x="114936" y="3040243"/>
                    <a:pt x="137987" y="3039217"/>
                    <a:pt x="160562" y="3035018"/>
                  </a:cubicBezTo>
                  <a:cubicBezTo>
                    <a:pt x="205536" y="3026455"/>
                    <a:pt x="249448" y="3013042"/>
                    <a:pt x="291531" y="2995013"/>
                  </a:cubicBezTo>
                  <a:cubicBezTo>
                    <a:pt x="376245" y="2958808"/>
                    <a:pt x="458080" y="2916203"/>
                    <a:pt x="536323" y="2867568"/>
                  </a:cubicBezTo>
                  <a:cubicBezTo>
                    <a:pt x="692944" y="2770449"/>
                    <a:pt x="843731" y="2664222"/>
                    <a:pt x="987903" y="2549433"/>
                  </a:cubicBezTo>
                  <a:cubicBezTo>
                    <a:pt x="1132874" y="2435609"/>
                    <a:pt x="1273653" y="2316070"/>
                    <a:pt x="1410242" y="2192912"/>
                  </a:cubicBezTo>
                  <a:cubicBezTo>
                    <a:pt x="1546830" y="2069754"/>
                    <a:pt x="1680752" y="1942500"/>
                    <a:pt x="1811054" y="1811912"/>
                  </a:cubicBezTo>
                  <a:cubicBezTo>
                    <a:pt x="1941356" y="1681324"/>
                    <a:pt x="2068229" y="1547974"/>
                    <a:pt x="2191482" y="1410910"/>
                  </a:cubicBezTo>
                  <a:cubicBezTo>
                    <a:pt x="2314736" y="1273845"/>
                    <a:pt x="2433989" y="1133446"/>
                    <a:pt x="2547813" y="988476"/>
                  </a:cubicBezTo>
                  <a:cubicBezTo>
                    <a:pt x="2662626" y="844510"/>
                    <a:pt x="2768917" y="693948"/>
                    <a:pt x="2866138" y="537562"/>
                  </a:cubicBezTo>
                  <a:cubicBezTo>
                    <a:pt x="2914674" y="459294"/>
                    <a:pt x="2957213" y="377462"/>
                    <a:pt x="2993392" y="292770"/>
                  </a:cubicBezTo>
                  <a:cubicBezTo>
                    <a:pt x="3011405" y="250485"/>
                    <a:pt x="3024818" y="206384"/>
                    <a:pt x="3033397" y="161230"/>
                  </a:cubicBezTo>
                  <a:cubicBezTo>
                    <a:pt x="3037517" y="138709"/>
                    <a:pt x="3038510" y="115727"/>
                    <a:pt x="3036350" y="92935"/>
                  </a:cubicBezTo>
                  <a:cubicBezTo>
                    <a:pt x="3035057" y="81652"/>
                    <a:pt x="3032237" y="70598"/>
                    <a:pt x="3027968" y="60074"/>
                  </a:cubicBezTo>
                  <a:cubicBezTo>
                    <a:pt x="3023581" y="49678"/>
                    <a:pt x="3017354" y="40159"/>
                    <a:pt x="3009585" y="31975"/>
                  </a:cubicBezTo>
                  <a:cubicBezTo>
                    <a:pt x="3001287" y="24098"/>
                    <a:pt x="2991597" y="17832"/>
                    <a:pt x="2981010" y="13497"/>
                  </a:cubicBezTo>
                  <a:cubicBezTo>
                    <a:pt x="2970457" y="9316"/>
                    <a:pt x="2959414" y="6499"/>
                    <a:pt x="2948148" y="5115"/>
                  </a:cubicBezTo>
                  <a:cubicBezTo>
                    <a:pt x="2925360" y="2923"/>
                    <a:pt x="2902379" y="3885"/>
                    <a:pt x="2879854" y="7972"/>
                  </a:cubicBezTo>
                  <a:cubicBezTo>
                    <a:pt x="2834666" y="16538"/>
                    <a:pt x="2790532" y="29950"/>
                    <a:pt x="2748219" y="47977"/>
                  </a:cubicBezTo>
                  <a:cubicBezTo>
                    <a:pt x="2663488" y="84103"/>
                    <a:pt x="2581623" y="126612"/>
                    <a:pt x="2503331" y="175136"/>
                  </a:cubicBezTo>
                  <a:cubicBezTo>
                    <a:pt x="2346638" y="272113"/>
                    <a:pt x="2195758" y="378181"/>
                    <a:pt x="2051465" y="492795"/>
                  </a:cubicBezTo>
                  <a:cubicBezTo>
                    <a:pt x="1906399" y="606523"/>
                    <a:pt x="1765715" y="725872"/>
                    <a:pt x="1628746" y="848935"/>
                  </a:cubicBezTo>
                  <a:cubicBezTo>
                    <a:pt x="1491776" y="971997"/>
                    <a:pt x="1358331" y="1098585"/>
                    <a:pt x="1228029" y="1228696"/>
                  </a:cubicBezTo>
                  <a:close/>
                  <a:moveTo>
                    <a:pt x="1228029" y="1228696"/>
                  </a:moveTo>
                  <a:cubicBezTo>
                    <a:pt x="1358331" y="1098394"/>
                    <a:pt x="1491871" y="971394"/>
                    <a:pt x="1628650" y="847696"/>
                  </a:cubicBezTo>
                  <a:cubicBezTo>
                    <a:pt x="1765620" y="724443"/>
                    <a:pt x="1906018" y="604809"/>
                    <a:pt x="2050989" y="490890"/>
                  </a:cubicBezTo>
                  <a:cubicBezTo>
                    <a:pt x="2195162" y="375956"/>
                    <a:pt x="2345948" y="269570"/>
                    <a:pt x="2502569" y="172279"/>
                  </a:cubicBezTo>
                  <a:cubicBezTo>
                    <a:pt x="2580948" y="123567"/>
                    <a:pt x="2662907" y="80867"/>
                    <a:pt x="2747742" y="44548"/>
                  </a:cubicBezTo>
                  <a:cubicBezTo>
                    <a:pt x="2790173" y="26393"/>
                    <a:pt x="2834433" y="12853"/>
                    <a:pt x="2879759" y="4162"/>
                  </a:cubicBezTo>
                  <a:cubicBezTo>
                    <a:pt x="2902590" y="-42"/>
                    <a:pt x="2925893" y="-1068"/>
                    <a:pt x="2949006" y="1114"/>
                  </a:cubicBezTo>
                  <a:cubicBezTo>
                    <a:pt x="2960638" y="2514"/>
                    <a:pt x="2972037" y="5428"/>
                    <a:pt x="2982915" y="9782"/>
                  </a:cubicBezTo>
                  <a:cubicBezTo>
                    <a:pt x="3005107" y="18542"/>
                    <a:pt x="3022689" y="36089"/>
                    <a:pt x="3031492" y="58264"/>
                  </a:cubicBezTo>
                  <a:cubicBezTo>
                    <a:pt x="3035835" y="69145"/>
                    <a:pt x="3038748" y="80543"/>
                    <a:pt x="3040159" y="92173"/>
                  </a:cubicBezTo>
                  <a:cubicBezTo>
                    <a:pt x="3042344" y="115317"/>
                    <a:pt x="3041318" y="138652"/>
                    <a:pt x="3037111" y="161515"/>
                  </a:cubicBezTo>
                  <a:cubicBezTo>
                    <a:pt x="3028429" y="206885"/>
                    <a:pt x="3014856" y="251181"/>
                    <a:pt x="2996630" y="293627"/>
                  </a:cubicBezTo>
                  <a:cubicBezTo>
                    <a:pt x="2960402" y="378518"/>
                    <a:pt x="2917732" y="460514"/>
                    <a:pt x="2868995" y="538896"/>
                  </a:cubicBezTo>
                  <a:cubicBezTo>
                    <a:pt x="2771803" y="695606"/>
                    <a:pt x="2665513" y="846486"/>
                    <a:pt x="2550669" y="990762"/>
                  </a:cubicBezTo>
                  <a:cubicBezTo>
                    <a:pt x="2436847" y="1135732"/>
                    <a:pt x="2317308" y="1276512"/>
                    <a:pt x="2194054" y="1413291"/>
                  </a:cubicBezTo>
                  <a:cubicBezTo>
                    <a:pt x="2070801" y="1550070"/>
                    <a:pt x="1943642" y="1683896"/>
                    <a:pt x="1813054" y="1814198"/>
                  </a:cubicBezTo>
                  <a:cubicBezTo>
                    <a:pt x="1682466" y="1944500"/>
                    <a:pt x="1549116" y="2071373"/>
                    <a:pt x="1412052" y="2195198"/>
                  </a:cubicBezTo>
                  <a:cubicBezTo>
                    <a:pt x="1274987" y="2319023"/>
                    <a:pt x="1134398" y="2437800"/>
                    <a:pt x="989332" y="2551528"/>
                  </a:cubicBezTo>
                  <a:cubicBezTo>
                    <a:pt x="845045" y="2666341"/>
                    <a:pt x="694131" y="2772570"/>
                    <a:pt x="537371" y="2869663"/>
                  </a:cubicBezTo>
                  <a:cubicBezTo>
                    <a:pt x="459007" y="2918320"/>
                    <a:pt x="377045" y="2960925"/>
                    <a:pt x="292197" y="2997108"/>
                  </a:cubicBezTo>
                  <a:cubicBezTo>
                    <a:pt x="249741" y="3015237"/>
                    <a:pt x="205445" y="3028714"/>
                    <a:pt x="160086" y="3037303"/>
                  </a:cubicBezTo>
                  <a:cubicBezTo>
                    <a:pt x="137282" y="3041474"/>
                    <a:pt x="114010" y="3042468"/>
                    <a:pt x="90934" y="3040256"/>
                  </a:cubicBezTo>
                  <a:cubicBezTo>
                    <a:pt x="79401" y="3038875"/>
                    <a:pt x="68098" y="3035993"/>
                    <a:pt x="57311" y="3031684"/>
                  </a:cubicBezTo>
                  <a:cubicBezTo>
                    <a:pt x="35510" y="3022861"/>
                    <a:pt x="18291" y="3005470"/>
                    <a:pt x="9686" y="2983582"/>
                  </a:cubicBezTo>
                  <a:cubicBezTo>
                    <a:pt x="5364" y="2972800"/>
                    <a:pt x="2481" y="2961495"/>
                    <a:pt x="1114" y="2949959"/>
                  </a:cubicBezTo>
                  <a:cubicBezTo>
                    <a:pt x="-1051" y="2926913"/>
                    <a:pt x="-57" y="2903680"/>
                    <a:pt x="4066" y="2880903"/>
                  </a:cubicBezTo>
                  <a:cubicBezTo>
                    <a:pt x="12734" y="2835541"/>
                    <a:pt x="26275" y="2791247"/>
                    <a:pt x="44452" y="2748791"/>
                  </a:cubicBezTo>
                  <a:cubicBezTo>
                    <a:pt x="80650" y="2663964"/>
                    <a:pt x="123288" y="2582032"/>
                    <a:pt x="171992" y="2503713"/>
                  </a:cubicBezTo>
                  <a:cubicBezTo>
                    <a:pt x="269206" y="2347056"/>
                    <a:pt x="375529" y="2196238"/>
                    <a:pt x="490413" y="2052037"/>
                  </a:cubicBezTo>
                  <a:cubicBezTo>
                    <a:pt x="604236" y="1907067"/>
                    <a:pt x="723775" y="1766287"/>
                    <a:pt x="847029" y="1629603"/>
                  </a:cubicBezTo>
                  <a:cubicBezTo>
                    <a:pt x="970282" y="1492920"/>
                    <a:pt x="1097441" y="1358712"/>
                    <a:pt x="1227743" y="1228410"/>
                  </a:cubicBezTo>
                  <a:close/>
                </a:path>
              </a:pathLst>
            </a:custGeom>
            <a:solidFill>
              <a:schemeClr val="dk2">
                <a:alpha val="3882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29" name="Google Shape;429;p54"/>
          <p:cNvCxnSpPr/>
          <p:nvPr/>
        </p:nvCxnSpPr>
        <p:spPr>
          <a:xfrm>
            <a:off x="9224047" y="4585355"/>
            <a:ext cx="261254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0" name="Google Shape;430;p54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4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2" name="Google Shape;432;p54"/>
          <p:cNvSpPr txBox="1"/>
          <p:nvPr>
            <p:ph idx="5" type="body"/>
          </p:nvPr>
        </p:nvSpPr>
        <p:spPr>
          <a:xfrm>
            <a:off x="522288" y="857251"/>
            <a:ext cx="1121863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3" name="Google Shape;433;p54"/>
          <p:cNvSpPr txBox="1"/>
          <p:nvPr>
            <p:ph type="title"/>
          </p:nvPr>
        </p:nvSpPr>
        <p:spPr>
          <a:xfrm>
            <a:off x="522288" y="371913"/>
            <a:ext cx="11218632" cy="41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54"/>
          <p:cNvSpPr txBox="1"/>
          <p:nvPr>
            <p:ph idx="6" type="body"/>
          </p:nvPr>
        </p:nvSpPr>
        <p:spPr>
          <a:xfrm>
            <a:off x="535811" y="1499255"/>
            <a:ext cx="2453937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5" name="Google Shape;435;p54"/>
          <p:cNvSpPr txBox="1"/>
          <p:nvPr>
            <p:ph idx="7" type="body"/>
          </p:nvPr>
        </p:nvSpPr>
        <p:spPr>
          <a:xfrm>
            <a:off x="535811" y="2596535"/>
            <a:ext cx="2453937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6" name="Google Shape;436;p54"/>
          <p:cNvSpPr txBox="1"/>
          <p:nvPr>
            <p:ph idx="8" type="body"/>
          </p:nvPr>
        </p:nvSpPr>
        <p:spPr>
          <a:xfrm>
            <a:off x="535811" y="3693815"/>
            <a:ext cx="2453937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7" name="Google Shape;437;p54"/>
          <p:cNvSpPr txBox="1"/>
          <p:nvPr>
            <p:ph idx="9" type="body"/>
          </p:nvPr>
        </p:nvSpPr>
        <p:spPr>
          <a:xfrm>
            <a:off x="535811" y="4791095"/>
            <a:ext cx="2453937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38" name="Google Shape;438;p54"/>
          <p:cNvCxnSpPr/>
          <p:nvPr/>
        </p:nvCxnSpPr>
        <p:spPr>
          <a:xfrm>
            <a:off x="400087" y="3488075"/>
            <a:ext cx="261254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9" name="Google Shape;439;p54"/>
          <p:cNvCxnSpPr/>
          <p:nvPr/>
        </p:nvCxnSpPr>
        <p:spPr>
          <a:xfrm>
            <a:off x="400087" y="2390795"/>
            <a:ext cx="261254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0" name="Google Shape;440;p54"/>
          <p:cNvCxnSpPr/>
          <p:nvPr/>
        </p:nvCxnSpPr>
        <p:spPr>
          <a:xfrm>
            <a:off x="400087" y="4585355"/>
            <a:ext cx="261254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41" name="Google Shape;44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4630" y="-15394"/>
            <a:ext cx="210610" cy="6902642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with center elements dark">
  <p:cSld name="Layout with center elements dark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12191997" cy="6858000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descr="A colorful sea creature&#10;&#10;Description automatically generated with low confidence" id="444" name="Google Shape;444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0437" y="1928241"/>
            <a:ext cx="5842000" cy="4394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55"/>
          <p:cNvSpPr txBox="1"/>
          <p:nvPr>
            <p:ph idx="1" type="body"/>
          </p:nvPr>
        </p:nvSpPr>
        <p:spPr>
          <a:xfrm>
            <a:off x="9224047" y="1499255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6" name="Google Shape;446;p55"/>
          <p:cNvSpPr txBox="1"/>
          <p:nvPr>
            <p:ph idx="2" type="body"/>
          </p:nvPr>
        </p:nvSpPr>
        <p:spPr>
          <a:xfrm>
            <a:off x="9224047" y="2596535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7" name="Google Shape;447;p55"/>
          <p:cNvSpPr txBox="1"/>
          <p:nvPr>
            <p:ph idx="3" type="body"/>
          </p:nvPr>
        </p:nvSpPr>
        <p:spPr>
          <a:xfrm>
            <a:off x="9224047" y="3693815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8" name="Google Shape;448;p55"/>
          <p:cNvSpPr txBox="1"/>
          <p:nvPr>
            <p:ph idx="4" type="body"/>
          </p:nvPr>
        </p:nvSpPr>
        <p:spPr>
          <a:xfrm>
            <a:off x="9224047" y="4791095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49" name="Google Shape;449;p55"/>
          <p:cNvCxnSpPr/>
          <p:nvPr/>
        </p:nvCxnSpPr>
        <p:spPr>
          <a:xfrm>
            <a:off x="9224047" y="3488075"/>
            <a:ext cx="2612548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" name="Google Shape;450;p55"/>
          <p:cNvCxnSpPr/>
          <p:nvPr/>
        </p:nvCxnSpPr>
        <p:spPr>
          <a:xfrm>
            <a:off x="9224047" y="2390795"/>
            <a:ext cx="2612548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451" name="Google Shape;451;p55"/>
          <p:cNvGrpSpPr/>
          <p:nvPr/>
        </p:nvGrpSpPr>
        <p:grpSpPr>
          <a:xfrm>
            <a:off x="4331748" y="2246623"/>
            <a:ext cx="3571280" cy="3572220"/>
            <a:chOff x="4873370" y="2579153"/>
            <a:chExt cx="4212334" cy="4213445"/>
          </a:xfrm>
        </p:grpSpPr>
        <p:sp>
          <p:nvSpPr>
            <p:cNvPr id="452" name="Google Shape;452;p55"/>
            <p:cNvSpPr/>
            <p:nvPr/>
          </p:nvSpPr>
          <p:spPr>
            <a:xfrm>
              <a:off x="4873370" y="2579153"/>
              <a:ext cx="4212334" cy="4213445"/>
            </a:xfrm>
            <a:custGeom>
              <a:rect b="b" l="l" r="r" t="t"/>
              <a:pathLst>
                <a:path extrusionOk="0" h="4213445" w="4212334">
                  <a:moveTo>
                    <a:pt x="381" y="2104575"/>
                  </a:moveTo>
                  <a:cubicBezTo>
                    <a:pt x="553" y="3266727"/>
                    <a:pt x="942803" y="4208698"/>
                    <a:pt x="2104956" y="4208526"/>
                  </a:cubicBezTo>
                  <a:cubicBezTo>
                    <a:pt x="3267108" y="4208354"/>
                    <a:pt x="4209079" y="3266104"/>
                    <a:pt x="4208907" y="2103952"/>
                  </a:cubicBezTo>
                  <a:cubicBezTo>
                    <a:pt x="4208735" y="941799"/>
                    <a:pt x="3266485" y="-172"/>
                    <a:pt x="2104332" y="0"/>
                  </a:cubicBezTo>
                  <a:cubicBezTo>
                    <a:pt x="1253744" y="126"/>
                    <a:pt x="486882" y="512324"/>
                    <a:pt x="160972" y="1297998"/>
                  </a:cubicBezTo>
                  <a:cubicBezTo>
                    <a:pt x="55106" y="1553736"/>
                    <a:pt x="541" y="1827790"/>
                    <a:pt x="381" y="2104575"/>
                  </a:cubicBezTo>
                  <a:close/>
                  <a:moveTo>
                    <a:pt x="381" y="2104575"/>
                  </a:moveTo>
                  <a:cubicBezTo>
                    <a:pt x="1979" y="941476"/>
                    <a:pt x="946152" y="-106"/>
                    <a:pt x="2109250" y="1492"/>
                  </a:cubicBezTo>
                  <a:cubicBezTo>
                    <a:pt x="3272348" y="3090"/>
                    <a:pt x="4213930" y="947263"/>
                    <a:pt x="4212332" y="2110361"/>
                  </a:cubicBezTo>
                  <a:cubicBezTo>
                    <a:pt x="4210734" y="3273459"/>
                    <a:pt x="3266561" y="4215041"/>
                    <a:pt x="2103463" y="4213443"/>
                  </a:cubicBezTo>
                  <a:cubicBezTo>
                    <a:pt x="1252185" y="4212274"/>
                    <a:pt x="485327" y="3698720"/>
                    <a:pt x="160115" y="2912009"/>
                  </a:cubicBezTo>
                  <a:cubicBezTo>
                    <a:pt x="54288" y="2655975"/>
                    <a:pt x="-118" y="2381617"/>
                    <a:pt x="0" y="210457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55"/>
            <p:cNvSpPr/>
            <p:nvPr/>
          </p:nvSpPr>
          <p:spPr>
            <a:xfrm>
              <a:off x="5216816" y="2918401"/>
              <a:ext cx="3529575" cy="3529605"/>
            </a:xfrm>
            <a:custGeom>
              <a:rect b="b" l="l" r="r" t="t"/>
              <a:pathLst>
                <a:path extrusionOk="0" h="3529605" w="3529575">
                  <a:moveTo>
                    <a:pt x="822796" y="2707539"/>
                  </a:moveTo>
                  <a:cubicBezTo>
                    <a:pt x="984117" y="2869005"/>
                    <a:pt x="1161975" y="3013053"/>
                    <a:pt x="1353433" y="3137307"/>
                  </a:cubicBezTo>
                  <a:cubicBezTo>
                    <a:pt x="1449097" y="3199432"/>
                    <a:pt x="1548363" y="3255824"/>
                    <a:pt x="1650708" y="3306186"/>
                  </a:cubicBezTo>
                  <a:cubicBezTo>
                    <a:pt x="1753192" y="3356224"/>
                    <a:pt x="1859051" y="3399033"/>
                    <a:pt x="1967510" y="3434297"/>
                  </a:cubicBezTo>
                  <a:cubicBezTo>
                    <a:pt x="2075913" y="3469768"/>
                    <a:pt x="2187160" y="3495867"/>
                    <a:pt x="2300028" y="3512307"/>
                  </a:cubicBezTo>
                  <a:cubicBezTo>
                    <a:pt x="2412879" y="3529214"/>
                    <a:pt x="2527314" y="3532922"/>
                    <a:pt x="2641023" y="3523356"/>
                  </a:cubicBezTo>
                  <a:cubicBezTo>
                    <a:pt x="2754802" y="3513905"/>
                    <a:pt x="2866494" y="3487283"/>
                    <a:pt x="2972303" y="3444394"/>
                  </a:cubicBezTo>
                  <a:cubicBezTo>
                    <a:pt x="3185885" y="3356227"/>
                    <a:pt x="3355458" y="3186482"/>
                    <a:pt x="3443409" y="2972811"/>
                  </a:cubicBezTo>
                  <a:cubicBezTo>
                    <a:pt x="3486279" y="2867034"/>
                    <a:pt x="3512870" y="2755372"/>
                    <a:pt x="3522276" y="2641627"/>
                  </a:cubicBezTo>
                  <a:cubicBezTo>
                    <a:pt x="3531733" y="2527941"/>
                    <a:pt x="3527961" y="2413542"/>
                    <a:pt x="3511037" y="2300727"/>
                  </a:cubicBezTo>
                  <a:cubicBezTo>
                    <a:pt x="3494530" y="2187895"/>
                    <a:pt x="3468400" y="2076681"/>
                    <a:pt x="3432932" y="1968304"/>
                  </a:cubicBezTo>
                  <a:cubicBezTo>
                    <a:pt x="3397602" y="1859904"/>
                    <a:pt x="3354730" y="1754108"/>
                    <a:pt x="3304630" y="1651693"/>
                  </a:cubicBezTo>
                  <a:cubicBezTo>
                    <a:pt x="3254532" y="1549376"/>
                    <a:pt x="3198427" y="1450111"/>
                    <a:pt x="3136609" y="1354418"/>
                  </a:cubicBezTo>
                  <a:cubicBezTo>
                    <a:pt x="2886821" y="970893"/>
                    <a:pt x="2559546" y="643877"/>
                    <a:pt x="2175823" y="394393"/>
                  </a:cubicBezTo>
                  <a:cubicBezTo>
                    <a:pt x="2080116" y="332428"/>
                    <a:pt x="1980818" y="276195"/>
                    <a:pt x="1878452" y="225991"/>
                  </a:cubicBezTo>
                  <a:cubicBezTo>
                    <a:pt x="1776033" y="175953"/>
                    <a:pt x="1670238" y="133145"/>
                    <a:pt x="1561841" y="97880"/>
                  </a:cubicBezTo>
                  <a:cubicBezTo>
                    <a:pt x="1453485" y="62519"/>
                    <a:pt x="1342305" y="36485"/>
                    <a:pt x="1229514" y="20061"/>
                  </a:cubicBezTo>
                  <a:cubicBezTo>
                    <a:pt x="1116734" y="3107"/>
                    <a:pt x="1002367" y="-697"/>
                    <a:pt x="888709" y="8726"/>
                  </a:cubicBezTo>
                  <a:cubicBezTo>
                    <a:pt x="775071" y="18220"/>
                    <a:pt x="663515" y="44809"/>
                    <a:pt x="557811" y="87593"/>
                  </a:cubicBezTo>
                  <a:cubicBezTo>
                    <a:pt x="344656" y="175724"/>
                    <a:pt x="175302" y="345009"/>
                    <a:pt x="87085" y="558128"/>
                  </a:cubicBezTo>
                  <a:cubicBezTo>
                    <a:pt x="44155" y="663829"/>
                    <a:pt x="17500" y="775429"/>
                    <a:pt x="8028" y="889122"/>
                  </a:cubicBezTo>
                  <a:cubicBezTo>
                    <a:pt x="-1557" y="1002700"/>
                    <a:pt x="2119" y="1117008"/>
                    <a:pt x="18981" y="1229736"/>
                  </a:cubicBezTo>
                  <a:cubicBezTo>
                    <a:pt x="35402" y="1342589"/>
                    <a:pt x="61437" y="1453833"/>
                    <a:pt x="96801" y="1562254"/>
                  </a:cubicBezTo>
                  <a:cubicBezTo>
                    <a:pt x="132008" y="1670719"/>
                    <a:pt x="174785" y="1776580"/>
                    <a:pt x="224817" y="1879055"/>
                  </a:cubicBezTo>
                  <a:cubicBezTo>
                    <a:pt x="275069" y="1981526"/>
                    <a:pt x="331366" y="2080920"/>
                    <a:pt x="393409" y="2176712"/>
                  </a:cubicBezTo>
                  <a:cubicBezTo>
                    <a:pt x="517538" y="2368215"/>
                    <a:pt x="661458" y="2546136"/>
                    <a:pt x="822796" y="2707540"/>
                  </a:cubicBezTo>
                  <a:close/>
                  <a:moveTo>
                    <a:pt x="822796" y="2707539"/>
                  </a:moveTo>
                  <a:cubicBezTo>
                    <a:pt x="661150" y="2546274"/>
                    <a:pt x="516881" y="2368484"/>
                    <a:pt x="392361" y="2177092"/>
                  </a:cubicBezTo>
                  <a:cubicBezTo>
                    <a:pt x="330287" y="2081382"/>
                    <a:pt x="273928" y="1982085"/>
                    <a:pt x="223578" y="1879722"/>
                  </a:cubicBezTo>
                  <a:cubicBezTo>
                    <a:pt x="173330" y="1777313"/>
                    <a:pt x="130299" y="1671518"/>
                    <a:pt x="94800" y="1563111"/>
                  </a:cubicBezTo>
                  <a:cubicBezTo>
                    <a:pt x="59238" y="1454611"/>
                    <a:pt x="33013" y="1343272"/>
                    <a:pt x="16409" y="1230307"/>
                  </a:cubicBezTo>
                  <a:cubicBezTo>
                    <a:pt x="-597" y="1117308"/>
                    <a:pt x="-4401" y="1002714"/>
                    <a:pt x="5074" y="888836"/>
                  </a:cubicBezTo>
                  <a:cubicBezTo>
                    <a:pt x="14444" y="774838"/>
                    <a:pt x="41035" y="662919"/>
                    <a:pt x="83941" y="556889"/>
                  </a:cubicBezTo>
                  <a:cubicBezTo>
                    <a:pt x="172149" y="342663"/>
                    <a:pt x="342209" y="172501"/>
                    <a:pt x="556381" y="84164"/>
                  </a:cubicBezTo>
                  <a:cubicBezTo>
                    <a:pt x="662446" y="41230"/>
                    <a:pt x="774391" y="14576"/>
                    <a:pt x="888423" y="5106"/>
                  </a:cubicBezTo>
                  <a:cubicBezTo>
                    <a:pt x="1002329" y="-4398"/>
                    <a:pt x="1116954" y="-626"/>
                    <a:pt x="1229989" y="16346"/>
                  </a:cubicBezTo>
                  <a:cubicBezTo>
                    <a:pt x="1342978" y="32895"/>
                    <a:pt x="1454348" y="59057"/>
                    <a:pt x="1562888" y="94546"/>
                  </a:cubicBezTo>
                  <a:cubicBezTo>
                    <a:pt x="1671439" y="129924"/>
                    <a:pt x="1777392" y="172827"/>
                    <a:pt x="1879975" y="222943"/>
                  </a:cubicBezTo>
                  <a:cubicBezTo>
                    <a:pt x="1982378" y="273265"/>
                    <a:pt x="2081736" y="329560"/>
                    <a:pt x="2177536" y="391535"/>
                  </a:cubicBezTo>
                  <a:cubicBezTo>
                    <a:pt x="2561458" y="641361"/>
                    <a:pt x="2888783" y="968848"/>
                    <a:pt x="3138418" y="1352894"/>
                  </a:cubicBezTo>
                  <a:cubicBezTo>
                    <a:pt x="3200451" y="1448692"/>
                    <a:pt x="3256748" y="1548085"/>
                    <a:pt x="3307011" y="1650550"/>
                  </a:cubicBezTo>
                  <a:cubicBezTo>
                    <a:pt x="3357081" y="1753097"/>
                    <a:pt x="3399921" y="1859020"/>
                    <a:pt x="3435217" y="1967542"/>
                  </a:cubicBezTo>
                  <a:cubicBezTo>
                    <a:pt x="3470756" y="2076224"/>
                    <a:pt x="3496888" y="2187759"/>
                    <a:pt x="3513322" y="2300917"/>
                  </a:cubicBezTo>
                  <a:cubicBezTo>
                    <a:pt x="3530216" y="2413896"/>
                    <a:pt x="3533956" y="2528453"/>
                    <a:pt x="3524466" y="2642293"/>
                  </a:cubicBezTo>
                  <a:cubicBezTo>
                    <a:pt x="3514966" y="2756238"/>
                    <a:pt x="3488280" y="2868089"/>
                    <a:pt x="3445314" y="2974049"/>
                  </a:cubicBezTo>
                  <a:cubicBezTo>
                    <a:pt x="3357026" y="3187968"/>
                    <a:pt x="3187097" y="3357863"/>
                    <a:pt x="2973159" y="3446108"/>
                  </a:cubicBezTo>
                  <a:cubicBezTo>
                    <a:pt x="2867122" y="3488804"/>
                    <a:pt x="2755243" y="3515232"/>
                    <a:pt x="2641308" y="3524498"/>
                  </a:cubicBezTo>
                  <a:cubicBezTo>
                    <a:pt x="2527466" y="3534004"/>
                    <a:pt x="2412904" y="3530232"/>
                    <a:pt x="2299933" y="3513259"/>
                  </a:cubicBezTo>
                  <a:cubicBezTo>
                    <a:pt x="2186998" y="3496755"/>
                    <a:pt x="2075687" y="3470592"/>
                    <a:pt x="1967224" y="3435059"/>
                  </a:cubicBezTo>
                  <a:cubicBezTo>
                    <a:pt x="1858865" y="3399664"/>
                    <a:pt x="1753103" y="3356761"/>
                    <a:pt x="1650708" y="3306662"/>
                  </a:cubicBezTo>
                  <a:cubicBezTo>
                    <a:pt x="1548307" y="3256361"/>
                    <a:pt x="1448977" y="3200033"/>
                    <a:pt x="1353243" y="3137974"/>
                  </a:cubicBezTo>
                  <a:cubicBezTo>
                    <a:pt x="1161775" y="3013546"/>
                    <a:pt x="983891" y="2869374"/>
                    <a:pt x="822510" y="27078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55"/>
            <p:cNvSpPr/>
            <p:nvPr/>
          </p:nvSpPr>
          <p:spPr>
            <a:xfrm>
              <a:off x="5461760" y="3163851"/>
              <a:ext cx="3040987" cy="3041083"/>
            </a:xfrm>
            <a:custGeom>
              <a:rect b="b" l="l" r="r" t="t"/>
              <a:pathLst>
                <a:path extrusionOk="0" h="3041083" w="3040987">
                  <a:moveTo>
                    <a:pt x="1812197" y="1227745"/>
                  </a:moveTo>
                  <a:cubicBezTo>
                    <a:pt x="1681704" y="1097506"/>
                    <a:pt x="1548005" y="970697"/>
                    <a:pt x="1411099" y="847316"/>
                  </a:cubicBezTo>
                  <a:cubicBezTo>
                    <a:pt x="1274034" y="724158"/>
                    <a:pt x="1133541" y="604810"/>
                    <a:pt x="988475" y="491081"/>
                  </a:cubicBezTo>
                  <a:cubicBezTo>
                    <a:pt x="844235" y="376322"/>
                    <a:pt x="693386" y="270126"/>
                    <a:pt x="536704" y="173041"/>
                  </a:cubicBezTo>
                  <a:cubicBezTo>
                    <a:pt x="458424" y="124467"/>
                    <a:pt x="376558" y="81926"/>
                    <a:pt x="291816" y="45787"/>
                  </a:cubicBezTo>
                  <a:cubicBezTo>
                    <a:pt x="249430" y="27759"/>
                    <a:pt x="205236" y="14316"/>
                    <a:pt x="159990" y="5687"/>
                  </a:cubicBezTo>
                  <a:cubicBezTo>
                    <a:pt x="137321" y="1707"/>
                    <a:pt x="114212" y="874"/>
                    <a:pt x="91315" y="3211"/>
                  </a:cubicBezTo>
                  <a:cubicBezTo>
                    <a:pt x="79944" y="4580"/>
                    <a:pt x="68801" y="7430"/>
                    <a:pt x="58168" y="11688"/>
                  </a:cubicBezTo>
                  <a:cubicBezTo>
                    <a:pt x="36676" y="20227"/>
                    <a:pt x="19654" y="37249"/>
                    <a:pt x="11115" y="58741"/>
                  </a:cubicBezTo>
                  <a:cubicBezTo>
                    <a:pt x="6857" y="69374"/>
                    <a:pt x="4007" y="80517"/>
                    <a:pt x="2637" y="91888"/>
                  </a:cubicBezTo>
                  <a:cubicBezTo>
                    <a:pt x="555" y="114749"/>
                    <a:pt x="1581" y="137787"/>
                    <a:pt x="5685" y="160373"/>
                  </a:cubicBezTo>
                  <a:cubicBezTo>
                    <a:pt x="14303" y="205602"/>
                    <a:pt x="27779" y="249769"/>
                    <a:pt x="45881" y="292104"/>
                  </a:cubicBezTo>
                  <a:cubicBezTo>
                    <a:pt x="82127" y="376725"/>
                    <a:pt x="124764" y="458463"/>
                    <a:pt x="173421" y="536611"/>
                  </a:cubicBezTo>
                  <a:cubicBezTo>
                    <a:pt x="270486" y="693161"/>
                    <a:pt x="376649" y="843883"/>
                    <a:pt x="491365" y="988000"/>
                  </a:cubicBezTo>
                  <a:cubicBezTo>
                    <a:pt x="605665" y="1132971"/>
                    <a:pt x="724632" y="1273751"/>
                    <a:pt x="847886" y="1410339"/>
                  </a:cubicBezTo>
                  <a:cubicBezTo>
                    <a:pt x="971139" y="1546927"/>
                    <a:pt x="1098203" y="1680849"/>
                    <a:pt x="1228886" y="1811151"/>
                  </a:cubicBezTo>
                  <a:cubicBezTo>
                    <a:pt x="1359569" y="1941453"/>
                    <a:pt x="1492728" y="2068326"/>
                    <a:pt x="1629793" y="2191579"/>
                  </a:cubicBezTo>
                  <a:cubicBezTo>
                    <a:pt x="1766858" y="2314833"/>
                    <a:pt x="1907351" y="2434181"/>
                    <a:pt x="2052322" y="2547910"/>
                  </a:cubicBezTo>
                  <a:cubicBezTo>
                    <a:pt x="2196514" y="2662615"/>
                    <a:pt x="2347299" y="2768778"/>
                    <a:pt x="2503902" y="2865854"/>
                  </a:cubicBezTo>
                  <a:cubicBezTo>
                    <a:pt x="2582180" y="2914433"/>
                    <a:pt x="2664046" y="2956974"/>
                    <a:pt x="2748790" y="2993108"/>
                  </a:cubicBezTo>
                  <a:cubicBezTo>
                    <a:pt x="2791065" y="3011148"/>
                    <a:pt x="2835169" y="3024561"/>
                    <a:pt x="2880330" y="3033113"/>
                  </a:cubicBezTo>
                  <a:cubicBezTo>
                    <a:pt x="2902846" y="3037279"/>
                    <a:pt x="2925833" y="3038273"/>
                    <a:pt x="2948624" y="3036066"/>
                  </a:cubicBezTo>
                  <a:cubicBezTo>
                    <a:pt x="2959905" y="3034762"/>
                    <a:pt x="2970958" y="3031943"/>
                    <a:pt x="2981486" y="3027684"/>
                  </a:cubicBezTo>
                  <a:cubicBezTo>
                    <a:pt x="2992051" y="3023348"/>
                    <a:pt x="3001735" y="3017118"/>
                    <a:pt x="3010061" y="3009301"/>
                  </a:cubicBezTo>
                  <a:cubicBezTo>
                    <a:pt x="3017909" y="3000999"/>
                    <a:pt x="3024143" y="2991309"/>
                    <a:pt x="3028444" y="2980726"/>
                  </a:cubicBezTo>
                  <a:cubicBezTo>
                    <a:pt x="3032701" y="2970192"/>
                    <a:pt x="3035551" y="2959143"/>
                    <a:pt x="3036921" y="2947864"/>
                  </a:cubicBezTo>
                  <a:cubicBezTo>
                    <a:pt x="3039034" y="2925071"/>
                    <a:pt x="3038040" y="2902096"/>
                    <a:pt x="3033968" y="2879570"/>
                  </a:cubicBezTo>
                  <a:cubicBezTo>
                    <a:pt x="3025448" y="2834370"/>
                    <a:pt x="3012033" y="2790232"/>
                    <a:pt x="2993963" y="2747934"/>
                  </a:cubicBezTo>
                  <a:cubicBezTo>
                    <a:pt x="2957909" y="2663188"/>
                    <a:pt x="2915430" y="2581320"/>
                    <a:pt x="2866900" y="2503047"/>
                  </a:cubicBezTo>
                  <a:cubicBezTo>
                    <a:pt x="2769751" y="2346506"/>
                    <a:pt x="2663525" y="2195785"/>
                    <a:pt x="2548765" y="2051657"/>
                  </a:cubicBezTo>
                  <a:cubicBezTo>
                    <a:pt x="2435132" y="1906591"/>
                    <a:pt x="2315784" y="1765907"/>
                    <a:pt x="2192720" y="1628938"/>
                  </a:cubicBezTo>
                  <a:cubicBezTo>
                    <a:pt x="2069658" y="1491968"/>
                    <a:pt x="1942308" y="1358237"/>
                    <a:pt x="1812197" y="1227745"/>
                  </a:cubicBezTo>
                  <a:close/>
                  <a:moveTo>
                    <a:pt x="1812197" y="1227745"/>
                  </a:moveTo>
                  <a:cubicBezTo>
                    <a:pt x="1942626" y="1358047"/>
                    <a:pt x="2069626" y="1491587"/>
                    <a:pt x="2193197" y="1628366"/>
                  </a:cubicBezTo>
                  <a:cubicBezTo>
                    <a:pt x="2316450" y="1765336"/>
                    <a:pt x="2435989" y="1905734"/>
                    <a:pt x="2549908" y="2050705"/>
                  </a:cubicBezTo>
                  <a:cubicBezTo>
                    <a:pt x="2664873" y="2194855"/>
                    <a:pt x="2771260" y="2345642"/>
                    <a:pt x="2868519" y="2502285"/>
                  </a:cubicBezTo>
                  <a:cubicBezTo>
                    <a:pt x="2917320" y="2580545"/>
                    <a:pt x="2960085" y="2662411"/>
                    <a:pt x="2996440" y="2747173"/>
                  </a:cubicBezTo>
                  <a:cubicBezTo>
                    <a:pt x="3014720" y="2789755"/>
                    <a:pt x="3028264" y="2834218"/>
                    <a:pt x="3036826" y="2879761"/>
                  </a:cubicBezTo>
                  <a:cubicBezTo>
                    <a:pt x="3041030" y="2902592"/>
                    <a:pt x="3042056" y="2925895"/>
                    <a:pt x="3039874" y="2949007"/>
                  </a:cubicBezTo>
                  <a:cubicBezTo>
                    <a:pt x="3038507" y="2960636"/>
                    <a:pt x="3035625" y="2972035"/>
                    <a:pt x="3031301" y="2982916"/>
                  </a:cubicBezTo>
                  <a:cubicBezTo>
                    <a:pt x="3026753" y="2993754"/>
                    <a:pt x="3020301" y="3003689"/>
                    <a:pt x="3012251" y="3012253"/>
                  </a:cubicBezTo>
                  <a:cubicBezTo>
                    <a:pt x="3003732" y="3020360"/>
                    <a:pt x="2993785" y="3026819"/>
                    <a:pt x="2982914" y="3031303"/>
                  </a:cubicBezTo>
                  <a:cubicBezTo>
                    <a:pt x="2972037" y="3035657"/>
                    <a:pt x="2960638" y="3038571"/>
                    <a:pt x="2949005" y="3039971"/>
                  </a:cubicBezTo>
                  <a:cubicBezTo>
                    <a:pt x="2925861" y="3042150"/>
                    <a:pt x="2902527" y="3041125"/>
                    <a:pt x="2879663" y="3036923"/>
                  </a:cubicBezTo>
                  <a:cubicBezTo>
                    <a:pt x="2834238" y="3028302"/>
                    <a:pt x="2789880" y="3014793"/>
                    <a:pt x="2747360" y="2996632"/>
                  </a:cubicBezTo>
                  <a:cubicBezTo>
                    <a:pt x="2662478" y="2960385"/>
                    <a:pt x="2580484" y="2917716"/>
                    <a:pt x="2502092" y="2868997"/>
                  </a:cubicBezTo>
                  <a:cubicBezTo>
                    <a:pt x="2345397" y="2771782"/>
                    <a:pt x="2194517" y="2665493"/>
                    <a:pt x="2050226" y="2550671"/>
                  </a:cubicBezTo>
                  <a:cubicBezTo>
                    <a:pt x="1905256" y="2436848"/>
                    <a:pt x="1764476" y="2317310"/>
                    <a:pt x="1627697" y="2194056"/>
                  </a:cubicBezTo>
                  <a:cubicBezTo>
                    <a:pt x="1490918" y="2070802"/>
                    <a:pt x="1357187" y="1943644"/>
                    <a:pt x="1226790" y="1813056"/>
                  </a:cubicBezTo>
                  <a:cubicBezTo>
                    <a:pt x="1096393" y="1682468"/>
                    <a:pt x="969615" y="1549118"/>
                    <a:pt x="846266" y="1412053"/>
                  </a:cubicBezTo>
                  <a:cubicBezTo>
                    <a:pt x="722918" y="1274989"/>
                    <a:pt x="603665" y="1134400"/>
                    <a:pt x="489936" y="989334"/>
                  </a:cubicBezTo>
                  <a:cubicBezTo>
                    <a:pt x="375123" y="845047"/>
                    <a:pt x="268895" y="694133"/>
                    <a:pt x="171801" y="537373"/>
                  </a:cubicBezTo>
                  <a:cubicBezTo>
                    <a:pt x="123145" y="459009"/>
                    <a:pt x="80539" y="377047"/>
                    <a:pt x="44357" y="292199"/>
                  </a:cubicBezTo>
                  <a:cubicBezTo>
                    <a:pt x="26184" y="249758"/>
                    <a:pt x="12706" y="205458"/>
                    <a:pt x="4161" y="160087"/>
                  </a:cubicBezTo>
                  <a:cubicBezTo>
                    <a:pt x="-41" y="137288"/>
                    <a:pt x="-1067" y="114017"/>
                    <a:pt x="1113" y="90936"/>
                  </a:cubicBezTo>
                  <a:cubicBezTo>
                    <a:pt x="2525" y="79398"/>
                    <a:pt x="5439" y="68095"/>
                    <a:pt x="9781" y="57313"/>
                  </a:cubicBezTo>
                  <a:cubicBezTo>
                    <a:pt x="18494" y="35605"/>
                    <a:pt x="35698" y="18400"/>
                    <a:pt x="57406" y="9688"/>
                  </a:cubicBezTo>
                  <a:cubicBezTo>
                    <a:pt x="68192" y="5378"/>
                    <a:pt x="79496" y="2496"/>
                    <a:pt x="91029" y="1115"/>
                  </a:cubicBezTo>
                  <a:cubicBezTo>
                    <a:pt x="114075" y="-1051"/>
                    <a:pt x="137309" y="-58"/>
                    <a:pt x="160085" y="4068"/>
                  </a:cubicBezTo>
                  <a:cubicBezTo>
                    <a:pt x="205451" y="12722"/>
                    <a:pt x="249747" y="26263"/>
                    <a:pt x="292197" y="44454"/>
                  </a:cubicBezTo>
                  <a:cubicBezTo>
                    <a:pt x="377065" y="80631"/>
                    <a:pt x="459030" y="123270"/>
                    <a:pt x="537370" y="171994"/>
                  </a:cubicBezTo>
                  <a:cubicBezTo>
                    <a:pt x="694025" y="269177"/>
                    <a:pt x="844843" y="375468"/>
                    <a:pt x="989046" y="490319"/>
                  </a:cubicBezTo>
                  <a:cubicBezTo>
                    <a:pt x="1134017" y="604143"/>
                    <a:pt x="1274796" y="723682"/>
                    <a:pt x="1411385" y="846935"/>
                  </a:cubicBezTo>
                  <a:cubicBezTo>
                    <a:pt x="1547973" y="970189"/>
                    <a:pt x="1681990" y="1097157"/>
                    <a:pt x="1812387" y="12274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55"/>
            <p:cNvSpPr/>
            <p:nvPr/>
          </p:nvSpPr>
          <p:spPr>
            <a:xfrm>
              <a:off x="5216688" y="2918960"/>
              <a:ext cx="3529225" cy="3529678"/>
            </a:xfrm>
            <a:custGeom>
              <a:rect b="b" l="l" r="r" t="t"/>
              <a:pathLst>
                <a:path extrusionOk="0" h="3529678" w="3529225">
                  <a:moveTo>
                    <a:pt x="2707255" y="2706980"/>
                  </a:moveTo>
                  <a:cubicBezTo>
                    <a:pt x="2868598" y="2545624"/>
                    <a:pt x="3012548" y="2367770"/>
                    <a:pt x="3136737" y="2176342"/>
                  </a:cubicBezTo>
                  <a:cubicBezTo>
                    <a:pt x="3198698" y="2080583"/>
                    <a:pt x="3254961" y="1981256"/>
                    <a:pt x="3305234" y="1878876"/>
                  </a:cubicBezTo>
                  <a:cubicBezTo>
                    <a:pt x="3355273" y="1776360"/>
                    <a:pt x="3398082" y="1670469"/>
                    <a:pt x="3433346" y="1561980"/>
                  </a:cubicBezTo>
                  <a:cubicBezTo>
                    <a:pt x="3468894" y="1453483"/>
                    <a:pt x="3495088" y="1342142"/>
                    <a:pt x="3511641" y="1229176"/>
                  </a:cubicBezTo>
                  <a:cubicBezTo>
                    <a:pt x="3528550" y="1116326"/>
                    <a:pt x="3532258" y="1001890"/>
                    <a:pt x="3522690" y="888181"/>
                  </a:cubicBezTo>
                  <a:cubicBezTo>
                    <a:pt x="3513250" y="774431"/>
                    <a:pt x="3486627" y="662769"/>
                    <a:pt x="3443728" y="556997"/>
                  </a:cubicBezTo>
                  <a:cubicBezTo>
                    <a:pt x="3355534" y="343631"/>
                    <a:pt x="3185963" y="174197"/>
                    <a:pt x="2972526" y="86176"/>
                  </a:cubicBezTo>
                  <a:cubicBezTo>
                    <a:pt x="2866756" y="43423"/>
                    <a:pt x="2755133" y="16898"/>
                    <a:pt x="2641437" y="7499"/>
                  </a:cubicBezTo>
                  <a:cubicBezTo>
                    <a:pt x="2527753" y="-2005"/>
                    <a:pt x="2413349" y="1767"/>
                    <a:pt x="2300537" y="18739"/>
                  </a:cubicBezTo>
                  <a:cubicBezTo>
                    <a:pt x="2187705" y="35246"/>
                    <a:pt x="2076492" y="61377"/>
                    <a:pt x="1968115" y="96844"/>
                  </a:cubicBezTo>
                  <a:cubicBezTo>
                    <a:pt x="1859716" y="132141"/>
                    <a:pt x="1753921" y="174982"/>
                    <a:pt x="1651504" y="225051"/>
                  </a:cubicBezTo>
                  <a:cubicBezTo>
                    <a:pt x="1549173" y="275393"/>
                    <a:pt x="1449880" y="331687"/>
                    <a:pt x="1354133" y="393643"/>
                  </a:cubicBezTo>
                  <a:cubicBezTo>
                    <a:pt x="970678" y="643320"/>
                    <a:pt x="643671" y="970424"/>
                    <a:pt x="394109" y="1353954"/>
                  </a:cubicBezTo>
                  <a:cubicBezTo>
                    <a:pt x="332124" y="1449615"/>
                    <a:pt x="275890" y="1548883"/>
                    <a:pt x="225707" y="1651229"/>
                  </a:cubicBezTo>
                  <a:cubicBezTo>
                    <a:pt x="175685" y="1753688"/>
                    <a:pt x="132877" y="1859514"/>
                    <a:pt x="97595" y="1967935"/>
                  </a:cubicBezTo>
                  <a:cubicBezTo>
                    <a:pt x="62125" y="2076273"/>
                    <a:pt x="36026" y="2187458"/>
                    <a:pt x="19586" y="2300263"/>
                  </a:cubicBezTo>
                  <a:cubicBezTo>
                    <a:pt x="2693" y="2413018"/>
                    <a:pt x="-1047" y="2527354"/>
                    <a:pt x="8441" y="2640972"/>
                  </a:cubicBezTo>
                  <a:cubicBezTo>
                    <a:pt x="17922" y="2754736"/>
                    <a:pt x="44510" y="2866419"/>
                    <a:pt x="87308" y="2972251"/>
                  </a:cubicBezTo>
                  <a:cubicBezTo>
                    <a:pt x="175439" y="3185406"/>
                    <a:pt x="344724" y="3354760"/>
                    <a:pt x="557844" y="3442977"/>
                  </a:cubicBezTo>
                  <a:cubicBezTo>
                    <a:pt x="663559" y="3485862"/>
                    <a:pt x="775152" y="3512516"/>
                    <a:pt x="888837" y="3522034"/>
                  </a:cubicBezTo>
                  <a:cubicBezTo>
                    <a:pt x="1002480" y="3531585"/>
                    <a:pt x="1116847" y="3527909"/>
                    <a:pt x="1229642" y="3511081"/>
                  </a:cubicBezTo>
                  <a:cubicBezTo>
                    <a:pt x="1342495" y="3494659"/>
                    <a:pt x="1453739" y="3468625"/>
                    <a:pt x="1562160" y="3433261"/>
                  </a:cubicBezTo>
                  <a:cubicBezTo>
                    <a:pt x="1670765" y="3397899"/>
                    <a:pt x="1776779" y="3355028"/>
                    <a:pt x="1879437" y="3304959"/>
                  </a:cubicBezTo>
                  <a:cubicBezTo>
                    <a:pt x="1981837" y="3254761"/>
                    <a:pt x="2081167" y="3198528"/>
                    <a:pt x="2176903" y="3136557"/>
                  </a:cubicBezTo>
                  <a:cubicBezTo>
                    <a:pt x="2368274" y="3012376"/>
                    <a:pt x="2546038" y="2868389"/>
                    <a:pt x="2707255" y="2706980"/>
                  </a:cubicBezTo>
                  <a:close/>
                  <a:moveTo>
                    <a:pt x="2707255" y="2706980"/>
                  </a:moveTo>
                  <a:cubicBezTo>
                    <a:pt x="2546012" y="2868623"/>
                    <a:pt x="2368219" y="3012863"/>
                    <a:pt x="2176808" y="3137319"/>
                  </a:cubicBezTo>
                  <a:cubicBezTo>
                    <a:pt x="2081105" y="3199491"/>
                    <a:pt x="1981808" y="3255945"/>
                    <a:pt x="1879437" y="3306388"/>
                  </a:cubicBezTo>
                  <a:cubicBezTo>
                    <a:pt x="1776946" y="3356591"/>
                    <a:pt x="1671053" y="3399528"/>
                    <a:pt x="1562540" y="3434880"/>
                  </a:cubicBezTo>
                  <a:cubicBezTo>
                    <a:pt x="1454050" y="3470476"/>
                    <a:pt x="1342708" y="3496702"/>
                    <a:pt x="1229737" y="3513271"/>
                  </a:cubicBezTo>
                  <a:cubicBezTo>
                    <a:pt x="1116925" y="3530217"/>
                    <a:pt x="1002531" y="3534053"/>
                    <a:pt x="888837" y="3524701"/>
                  </a:cubicBezTo>
                  <a:cubicBezTo>
                    <a:pt x="774847" y="3515285"/>
                    <a:pt x="662934" y="3488696"/>
                    <a:pt x="556891" y="3445834"/>
                  </a:cubicBezTo>
                  <a:cubicBezTo>
                    <a:pt x="342665" y="3357626"/>
                    <a:pt x="172502" y="3187567"/>
                    <a:pt x="84165" y="2973394"/>
                  </a:cubicBezTo>
                  <a:cubicBezTo>
                    <a:pt x="41252" y="2867323"/>
                    <a:pt x="14599" y="2755381"/>
                    <a:pt x="5107" y="2641353"/>
                  </a:cubicBezTo>
                  <a:cubicBezTo>
                    <a:pt x="-4398" y="2527446"/>
                    <a:pt x="-626" y="2412821"/>
                    <a:pt x="16347" y="2299786"/>
                  </a:cubicBezTo>
                  <a:cubicBezTo>
                    <a:pt x="32875" y="2186794"/>
                    <a:pt x="59037" y="2075422"/>
                    <a:pt x="94547" y="1966888"/>
                  </a:cubicBezTo>
                  <a:cubicBezTo>
                    <a:pt x="129908" y="1858330"/>
                    <a:pt x="172811" y="1752376"/>
                    <a:pt x="222944" y="1649800"/>
                  </a:cubicBezTo>
                  <a:cubicBezTo>
                    <a:pt x="273318" y="1547375"/>
                    <a:pt x="329643" y="1447987"/>
                    <a:pt x="391632" y="1352144"/>
                  </a:cubicBezTo>
                  <a:cubicBezTo>
                    <a:pt x="641344" y="968181"/>
                    <a:pt x="968695" y="640765"/>
                    <a:pt x="1352609" y="390976"/>
                  </a:cubicBezTo>
                  <a:cubicBezTo>
                    <a:pt x="1448386" y="328908"/>
                    <a:pt x="1547781" y="272610"/>
                    <a:pt x="1650266" y="222384"/>
                  </a:cubicBezTo>
                  <a:cubicBezTo>
                    <a:pt x="1752793" y="172242"/>
                    <a:pt x="1858718" y="129369"/>
                    <a:pt x="1967258" y="94082"/>
                  </a:cubicBezTo>
                  <a:cubicBezTo>
                    <a:pt x="2075797" y="58614"/>
                    <a:pt x="2187168" y="32484"/>
                    <a:pt x="2300156" y="15977"/>
                  </a:cubicBezTo>
                  <a:cubicBezTo>
                    <a:pt x="2413118" y="-799"/>
                    <a:pt x="2527648" y="-4379"/>
                    <a:pt x="2641437" y="5309"/>
                  </a:cubicBezTo>
                  <a:cubicBezTo>
                    <a:pt x="2755377" y="14779"/>
                    <a:pt x="2867228" y="41433"/>
                    <a:pt x="2973193" y="84366"/>
                  </a:cubicBezTo>
                  <a:cubicBezTo>
                    <a:pt x="3187095" y="172730"/>
                    <a:pt x="3356975" y="342678"/>
                    <a:pt x="3445252" y="556616"/>
                  </a:cubicBezTo>
                  <a:cubicBezTo>
                    <a:pt x="3488120" y="662591"/>
                    <a:pt x="3514710" y="774442"/>
                    <a:pt x="3524119" y="888372"/>
                  </a:cubicBezTo>
                  <a:cubicBezTo>
                    <a:pt x="3533623" y="1002183"/>
                    <a:pt x="3529851" y="1116713"/>
                    <a:pt x="3512880" y="1229652"/>
                  </a:cubicBezTo>
                  <a:cubicBezTo>
                    <a:pt x="3496383" y="1342642"/>
                    <a:pt x="3470252" y="1454014"/>
                    <a:pt x="3434775" y="1562551"/>
                  </a:cubicBezTo>
                  <a:cubicBezTo>
                    <a:pt x="3399414" y="1671047"/>
                    <a:pt x="3356511" y="1776937"/>
                    <a:pt x="3306378" y="1879448"/>
                  </a:cubicBezTo>
                  <a:cubicBezTo>
                    <a:pt x="3256061" y="1981841"/>
                    <a:pt x="3199733" y="2081170"/>
                    <a:pt x="3137690" y="2176914"/>
                  </a:cubicBezTo>
                  <a:cubicBezTo>
                    <a:pt x="3013260" y="2368263"/>
                    <a:pt x="2869087" y="2546021"/>
                    <a:pt x="2707541" y="270726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55"/>
            <p:cNvSpPr/>
            <p:nvPr/>
          </p:nvSpPr>
          <p:spPr>
            <a:xfrm>
              <a:off x="5461569" y="3162899"/>
              <a:ext cx="3041275" cy="3041401"/>
            </a:xfrm>
            <a:custGeom>
              <a:rect b="b" l="l" r="r" t="t"/>
              <a:pathLst>
                <a:path extrusionOk="0" h="3041401" w="3041275">
                  <a:moveTo>
                    <a:pt x="1228029" y="1228696"/>
                  </a:moveTo>
                  <a:cubicBezTo>
                    <a:pt x="1097790" y="1359125"/>
                    <a:pt x="970981" y="1492793"/>
                    <a:pt x="847600" y="1629699"/>
                  </a:cubicBezTo>
                  <a:cubicBezTo>
                    <a:pt x="724442" y="1766859"/>
                    <a:pt x="604998" y="1907352"/>
                    <a:pt x="491556" y="2052037"/>
                  </a:cubicBezTo>
                  <a:cubicBezTo>
                    <a:pt x="376880" y="2196318"/>
                    <a:pt x="270719" y="2347164"/>
                    <a:pt x="173611" y="2503808"/>
                  </a:cubicBezTo>
                  <a:cubicBezTo>
                    <a:pt x="125055" y="2582131"/>
                    <a:pt x="82515" y="2664028"/>
                    <a:pt x="46357" y="2748791"/>
                  </a:cubicBezTo>
                  <a:cubicBezTo>
                    <a:pt x="28110" y="2791171"/>
                    <a:pt x="14505" y="2835403"/>
                    <a:pt x="5781" y="2880712"/>
                  </a:cubicBezTo>
                  <a:cubicBezTo>
                    <a:pt x="1661" y="2903329"/>
                    <a:pt x="668" y="2926405"/>
                    <a:pt x="2828" y="2949292"/>
                  </a:cubicBezTo>
                  <a:cubicBezTo>
                    <a:pt x="4219" y="2960659"/>
                    <a:pt x="7068" y="2971800"/>
                    <a:pt x="11305" y="2982440"/>
                  </a:cubicBezTo>
                  <a:cubicBezTo>
                    <a:pt x="15814" y="2993071"/>
                    <a:pt x="22275" y="3002764"/>
                    <a:pt x="30355" y="3011015"/>
                  </a:cubicBezTo>
                  <a:cubicBezTo>
                    <a:pt x="38666" y="3018898"/>
                    <a:pt x="48351" y="3025193"/>
                    <a:pt x="58930" y="3029588"/>
                  </a:cubicBezTo>
                  <a:cubicBezTo>
                    <a:pt x="69563" y="3033846"/>
                    <a:pt x="80706" y="3036696"/>
                    <a:pt x="92077" y="3038066"/>
                  </a:cubicBezTo>
                  <a:cubicBezTo>
                    <a:pt x="114936" y="3040243"/>
                    <a:pt x="137987" y="3039217"/>
                    <a:pt x="160562" y="3035018"/>
                  </a:cubicBezTo>
                  <a:cubicBezTo>
                    <a:pt x="205536" y="3026455"/>
                    <a:pt x="249448" y="3013042"/>
                    <a:pt x="291531" y="2995013"/>
                  </a:cubicBezTo>
                  <a:cubicBezTo>
                    <a:pt x="376245" y="2958808"/>
                    <a:pt x="458080" y="2916203"/>
                    <a:pt x="536323" y="2867568"/>
                  </a:cubicBezTo>
                  <a:cubicBezTo>
                    <a:pt x="692944" y="2770449"/>
                    <a:pt x="843731" y="2664222"/>
                    <a:pt x="987903" y="2549433"/>
                  </a:cubicBezTo>
                  <a:cubicBezTo>
                    <a:pt x="1132874" y="2435609"/>
                    <a:pt x="1273653" y="2316070"/>
                    <a:pt x="1410242" y="2192912"/>
                  </a:cubicBezTo>
                  <a:cubicBezTo>
                    <a:pt x="1546830" y="2069754"/>
                    <a:pt x="1680752" y="1942500"/>
                    <a:pt x="1811054" y="1811912"/>
                  </a:cubicBezTo>
                  <a:cubicBezTo>
                    <a:pt x="1941356" y="1681324"/>
                    <a:pt x="2068229" y="1547974"/>
                    <a:pt x="2191482" y="1410910"/>
                  </a:cubicBezTo>
                  <a:cubicBezTo>
                    <a:pt x="2314736" y="1273845"/>
                    <a:pt x="2433989" y="1133446"/>
                    <a:pt x="2547813" y="988476"/>
                  </a:cubicBezTo>
                  <a:cubicBezTo>
                    <a:pt x="2662626" y="844510"/>
                    <a:pt x="2768917" y="693948"/>
                    <a:pt x="2866138" y="537562"/>
                  </a:cubicBezTo>
                  <a:cubicBezTo>
                    <a:pt x="2914674" y="459294"/>
                    <a:pt x="2957213" y="377462"/>
                    <a:pt x="2993392" y="292770"/>
                  </a:cubicBezTo>
                  <a:cubicBezTo>
                    <a:pt x="3011405" y="250485"/>
                    <a:pt x="3024818" y="206384"/>
                    <a:pt x="3033397" y="161230"/>
                  </a:cubicBezTo>
                  <a:cubicBezTo>
                    <a:pt x="3037517" y="138709"/>
                    <a:pt x="3038510" y="115727"/>
                    <a:pt x="3036350" y="92935"/>
                  </a:cubicBezTo>
                  <a:cubicBezTo>
                    <a:pt x="3035057" y="81652"/>
                    <a:pt x="3032237" y="70598"/>
                    <a:pt x="3027968" y="60074"/>
                  </a:cubicBezTo>
                  <a:cubicBezTo>
                    <a:pt x="3023581" y="49678"/>
                    <a:pt x="3017354" y="40159"/>
                    <a:pt x="3009585" y="31975"/>
                  </a:cubicBezTo>
                  <a:cubicBezTo>
                    <a:pt x="3001287" y="24098"/>
                    <a:pt x="2991597" y="17832"/>
                    <a:pt x="2981010" y="13497"/>
                  </a:cubicBezTo>
                  <a:cubicBezTo>
                    <a:pt x="2970457" y="9316"/>
                    <a:pt x="2959414" y="6499"/>
                    <a:pt x="2948148" y="5115"/>
                  </a:cubicBezTo>
                  <a:cubicBezTo>
                    <a:pt x="2925360" y="2923"/>
                    <a:pt x="2902379" y="3885"/>
                    <a:pt x="2879854" y="7972"/>
                  </a:cubicBezTo>
                  <a:cubicBezTo>
                    <a:pt x="2834666" y="16538"/>
                    <a:pt x="2790532" y="29950"/>
                    <a:pt x="2748219" y="47977"/>
                  </a:cubicBezTo>
                  <a:cubicBezTo>
                    <a:pt x="2663488" y="84103"/>
                    <a:pt x="2581623" y="126612"/>
                    <a:pt x="2503331" y="175136"/>
                  </a:cubicBezTo>
                  <a:cubicBezTo>
                    <a:pt x="2346638" y="272113"/>
                    <a:pt x="2195758" y="378181"/>
                    <a:pt x="2051465" y="492795"/>
                  </a:cubicBezTo>
                  <a:cubicBezTo>
                    <a:pt x="1906399" y="606523"/>
                    <a:pt x="1765715" y="725872"/>
                    <a:pt x="1628746" y="848935"/>
                  </a:cubicBezTo>
                  <a:cubicBezTo>
                    <a:pt x="1491776" y="971997"/>
                    <a:pt x="1358331" y="1098585"/>
                    <a:pt x="1228029" y="1228696"/>
                  </a:cubicBezTo>
                  <a:close/>
                  <a:moveTo>
                    <a:pt x="1228029" y="1228696"/>
                  </a:moveTo>
                  <a:cubicBezTo>
                    <a:pt x="1358331" y="1098394"/>
                    <a:pt x="1491871" y="971394"/>
                    <a:pt x="1628650" y="847696"/>
                  </a:cubicBezTo>
                  <a:cubicBezTo>
                    <a:pt x="1765620" y="724443"/>
                    <a:pt x="1906018" y="604809"/>
                    <a:pt x="2050989" y="490890"/>
                  </a:cubicBezTo>
                  <a:cubicBezTo>
                    <a:pt x="2195162" y="375956"/>
                    <a:pt x="2345948" y="269570"/>
                    <a:pt x="2502569" y="172279"/>
                  </a:cubicBezTo>
                  <a:cubicBezTo>
                    <a:pt x="2580948" y="123567"/>
                    <a:pt x="2662907" y="80867"/>
                    <a:pt x="2747742" y="44548"/>
                  </a:cubicBezTo>
                  <a:cubicBezTo>
                    <a:pt x="2790173" y="26393"/>
                    <a:pt x="2834433" y="12853"/>
                    <a:pt x="2879759" y="4162"/>
                  </a:cubicBezTo>
                  <a:cubicBezTo>
                    <a:pt x="2902590" y="-42"/>
                    <a:pt x="2925893" y="-1068"/>
                    <a:pt x="2949006" y="1114"/>
                  </a:cubicBezTo>
                  <a:cubicBezTo>
                    <a:pt x="2960638" y="2514"/>
                    <a:pt x="2972037" y="5428"/>
                    <a:pt x="2982915" y="9782"/>
                  </a:cubicBezTo>
                  <a:cubicBezTo>
                    <a:pt x="3005107" y="18542"/>
                    <a:pt x="3022689" y="36089"/>
                    <a:pt x="3031492" y="58264"/>
                  </a:cubicBezTo>
                  <a:cubicBezTo>
                    <a:pt x="3035835" y="69145"/>
                    <a:pt x="3038748" y="80543"/>
                    <a:pt x="3040159" y="92173"/>
                  </a:cubicBezTo>
                  <a:cubicBezTo>
                    <a:pt x="3042344" y="115317"/>
                    <a:pt x="3041318" y="138652"/>
                    <a:pt x="3037111" y="161515"/>
                  </a:cubicBezTo>
                  <a:cubicBezTo>
                    <a:pt x="3028429" y="206885"/>
                    <a:pt x="3014856" y="251181"/>
                    <a:pt x="2996630" y="293627"/>
                  </a:cubicBezTo>
                  <a:cubicBezTo>
                    <a:pt x="2960402" y="378518"/>
                    <a:pt x="2917732" y="460514"/>
                    <a:pt x="2868995" y="538896"/>
                  </a:cubicBezTo>
                  <a:cubicBezTo>
                    <a:pt x="2771803" y="695606"/>
                    <a:pt x="2665513" y="846486"/>
                    <a:pt x="2550669" y="990762"/>
                  </a:cubicBezTo>
                  <a:cubicBezTo>
                    <a:pt x="2436847" y="1135732"/>
                    <a:pt x="2317308" y="1276512"/>
                    <a:pt x="2194054" y="1413291"/>
                  </a:cubicBezTo>
                  <a:cubicBezTo>
                    <a:pt x="2070801" y="1550070"/>
                    <a:pt x="1943642" y="1683896"/>
                    <a:pt x="1813054" y="1814198"/>
                  </a:cubicBezTo>
                  <a:cubicBezTo>
                    <a:pt x="1682466" y="1944500"/>
                    <a:pt x="1549116" y="2071373"/>
                    <a:pt x="1412052" y="2195198"/>
                  </a:cubicBezTo>
                  <a:cubicBezTo>
                    <a:pt x="1274987" y="2319023"/>
                    <a:pt x="1134398" y="2437800"/>
                    <a:pt x="989332" y="2551528"/>
                  </a:cubicBezTo>
                  <a:cubicBezTo>
                    <a:pt x="845045" y="2666341"/>
                    <a:pt x="694131" y="2772570"/>
                    <a:pt x="537371" y="2869663"/>
                  </a:cubicBezTo>
                  <a:cubicBezTo>
                    <a:pt x="459007" y="2918320"/>
                    <a:pt x="377045" y="2960925"/>
                    <a:pt x="292197" y="2997108"/>
                  </a:cubicBezTo>
                  <a:cubicBezTo>
                    <a:pt x="249741" y="3015237"/>
                    <a:pt x="205445" y="3028714"/>
                    <a:pt x="160086" y="3037303"/>
                  </a:cubicBezTo>
                  <a:cubicBezTo>
                    <a:pt x="137282" y="3041474"/>
                    <a:pt x="114010" y="3042468"/>
                    <a:pt x="90934" y="3040256"/>
                  </a:cubicBezTo>
                  <a:cubicBezTo>
                    <a:pt x="79401" y="3038875"/>
                    <a:pt x="68098" y="3035993"/>
                    <a:pt x="57311" y="3031684"/>
                  </a:cubicBezTo>
                  <a:cubicBezTo>
                    <a:pt x="35510" y="3022861"/>
                    <a:pt x="18291" y="3005470"/>
                    <a:pt x="9686" y="2983582"/>
                  </a:cubicBezTo>
                  <a:cubicBezTo>
                    <a:pt x="5364" y="2972800"/>
                    <a:pt x="2481" y="2961495"/>
                    <a:pt x="1114" y="2949959"/>
                  </a:cubicBezTo>
                  <a:cubicBezTo>
                    <a:pt x="-1051" y="2926913"/>
                    <a:pt x="-57" y="2903680"/>
                    <a:pt x="4066" y="2880903"/>
                  </a:cubicBezTo>
                  <a:cubicBezTo>
                    <a:pt x="12734" y="2835541"/>
                    <a:pt x="26275" y="2791247"/>
                    <a:pt x="44452" y="2748791"/>
                  </a:cubicBezTo>
                  <a:cubicBezTo>
                    <a:pt x="80650" y="2663964"/>
                    <a:pt x="123288" y="2582032"/>
                    <a:pt x="171992" y="2503713"/>
                  </a:cubicBezTo>
                  <a:cubicBezTo>
                    <a:pt x="269206" y="2347056"/>
                    <a:pt x="375529" y="2196238"/>
                    <a:pt x="490413" y="2052037"/>
                  </a:cubicBezTo>
                  <a:cubicBezTo>
                    <a:pt x="604236" y="1907067"/>
                    <a:pt x="723775" y="1766287"/>
                    <a:pt x="847029" y="1629603"/>
                  </a:cubicBezTo>
                  <a:cubicBezTo>
                    <a:pt x="970282" y="1492920"/>
                    <a:pt x="1097441" y="1358712"/>
                    <a:pt x="1227743" y="12284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57" name="Google Shape;457;p55"/>
          <p:cNvCxnSpPr/>
          <p:nvPr/>
        </p:nvCxnSpPr>
        <p:spPr>
          <a:xfrm>
            <a:off x="9224047" y="4585355"/>
            <a:ext cx="2612548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8" name="Google Shape;458;p55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9" name="Google Shape;459;p55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0" name="Google Shape;460;p55"/>
          <p:cNvSpPr txBox="1"/>
          <p:nvPr>
            <p:ph idx="5" type="body"/>
          </p:nvPr>
        </p:nvSpPr>
        <p:spPr>
          <a:xfrm>
            <a:off x="522288" y="857251"/>
            <a:ext cx="1121863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1" name="Google Shape;461;p55"/>
          <p:cNvSpPr txBox="1"/>
          <p:nvPr>
            <p:ph type="title"/>
          </p:nvPr>
        </p:nvSpPr>
        <p:spPr>
          <a:xfrm>
            <a:off x="522288" y="371913"/>
            <a:ext cx="11218632" cy="41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2" name="Google Shape;462;p55"/>
          <p:cNvSpPr txBox="1"/>
          <p:nvPr>
            <p:ph idx="6" type="body"/>
          </p:nvPr>
        </p:nvSpPr>
        <p:spPr>
          <a:xfrm>
            <a:off x="535811" y="1499255"/>
            <a:ext cx="2453937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3" name="Google Shape;463;p55"/>
          <p:cNvSpPr txBox="1"/>
          <p:nvPr>
            <p:ph idx="7" type="body"/>
          </p:nvPr>
        </p:nvSpPr>
        <p:spPr>
          <a:xfrm>
            <a:off x="535811" y="2596535"/>
            <a:ext cx="2453937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4" name="Google Shape;464;p55"/>
          <p:cNvSpPr txBox="1"/>
          <p:nvPr>
            <p:ph idx="8" type="body"/>
          </p:nvPr>
        </p:nvSpPr>
        <p:spPr>
          <a:xfrm>
            <a:off x="535811" y="3693815"/>
            <a:ext cx="2453937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5" name="Google Shape;465;p55"/>
          <p:cNvSpPr txBox="1"/>
          <p:nvPr>
            <p:ph idx="9" type="body"/>
          </p:nvPr>
        </p:nvSpPr>
        <p:spPr>
          <a:xfrm>
            <a:off x="535811" y="4791095"/>
            <a:ext cx="2453937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66" name="Google Shape;466;p55"/>
          <p:cNvCxnSpPr/>
          <p:nvPr/>
        </p:nvCxnSpPr>
        <p:spPr>
          <a:xfrm>
            <a:off x="400087" y="3488075"/>
            <a:ext cx="2612548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7" name="Google Shape;467;p55"/>
          <p:cNvCxnSpPr/>
          <p:nvPr/>
        </p:nvCxnSpPr>
        <p:spPr>
          <a:xfrm>
            <a:off x="400087" y="2390795"/>
            <a:ext cx="2612548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8" name="Google Shape;468;p55"/>
          <p:cNvCxnSpPr/>
          <p:nvPr/>
        </p:nvCxnSpPr>
        <p:spPr>
          <a:xfrm>
            <a:off x="400087" y="4585355"/>
            <a:ext cx="2612548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big stats">
  <p:cSld name="3 big stats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6"/>
          <p:cNvSpPr/>
          <p:nvPr/>
        </p:nvSpPr>
        <p:spPr>
          <a:xfrm>
            <a:off x="0" y="1748117"/>
            <a:ext cx="12192000" cy="510988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1" name="Google Shape;471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48614" y="371915"/>
            <a:ext cx="2130769" cy="6035325"/>
          </a:xfrm>
          <a:custGeom>
            <a:rect b="b" l="l" r="r" t="t"/>
            <a:pathLst>
              <a:path extrusionOk="0" h="6035325" w="2130769">
                <a:moveTo>
                  <a:pt x="0" y="0"/>
                </a:moveTo>
                <a:lnTo>
                  <a:pt x="2130769" y="0"/>
                </a:lnTo>
                <a:lnTo>
                  <a:pt x="2130769" y="6035325"/>
                </a:lnTo>
                <a:lnTo>
                  <a:pt x="0" y="6035325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472" name="Google Shape;472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0150" y="371915"/>
            <a:ext cx="2130769" cy="6035325"/>
          </a:xfrm>
          <a:custGeom>
            <a:rect b="b" l="l" r="r" t="t"/>
            <a:pathLst>
              <a:path extrusionOk="0" h="6035325" w="2130769">
                <a:moveTo>
                  <a:pt x="0" y="0"/>
                </a:moveTo>
                <a:lnTo>
                  <a:pt x="2130769" y="0"/>
                </a:lnTo>
                <a:lnTo>
                  <a:pt x="2130769" y="6035325"/>
                </a:lnTo>
                <a:lnTo>
                  <a:pt x="0" y="6035325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73" name="Google Shape;473;p56"/>
          <p:cNvSpPr txBox="1"/>
          <p:nvPr>
            <p:ph idx="11" type="ftr"/>
          </p:nvPr>
        </p:nvSpPr>
        <p:spPr>
          <a:xfrm>
            <a:off x="10333973" y="6566624"/>
            <a:ext cx="1406946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56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5" name="Google Shape;475;p56"/>
          <p:cNvSpPr txBox="1"/>
          <p:nvPr>
            <p:ph type="title"/>
          </p:nvPr>
        </p:nvSpPr>
        <p:spPr>
          <a:xfrm>
            <a:off x="524170" y="371913"/>
            <a:ext cx="4448663" cy="1252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56"/>
          <p:cNvSpPr txBox="1"/>
          <p:nvPr>
            <p:ph idx="1" type="body"/>
          </p:nvPr>
        </p:nvSpPr>
        <p:spPr>
          <a:xfrm>
            <a:off x="524170" y="1780302"/>
            <a:ext cx="4448663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7" name="Google Shape;477;p56"/>
          <p:cNvSpPr txBox="1"/>
          <p:nvPr>
            <p:ph idx="2" type="body"/>
          </p:nvPr>
        </p:nvSpPr>
        <p:spPr>
          <a:xfrm>
            <a:off x="524169" y="2891115"/>
            <a:ext cx="4448663" cy="3395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8" name="Google Shape;478;p56"/>
          <p:cNvSpPr/>
          <p:nvPr/>
        </p:nvSpPr>
        <p:spPr>
          <a:xfrm>
            <a:off x="7479383" y="371914"/>
            <a:ext cx="2130769" cy="60353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56"/>
          <p:cNvSpPr txBox="1"/>
          <p:nvPr>
            <p:ph idx="3" type="body"/>
          </p:nvPr>
        </p:nvSpPr>
        <p:spPr>
          <a:xfrm>
            <a:off x="5536505" y="3194137"/>
            <a:ext cx="1716066" cy="2893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b="1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0" name="Google Shape;480;p56"/>
          <p:cNvSpPr txBox="1"/>
          <p:nvPr>
            <p:ph idx="4" type="body"/>
          </p:nvPr>
        </p:nvSpPr>
        <p:spPr>
          <a:xfrm>
            <a:off x="7678456" y="3194137"/>
            <a:ext cx="1716066" cy="2893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b="1" sz="4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1" name="Google Shape;481;p56"/>
          <p:cNvSpPr txBox="1"/>
          <p:nvPr>
            <p:ph idx="5" type="body"/>
          </p:nvPr>
        </p:nvSpPr>
        <p:spPr>
          <a:xfrm>
            <a:off x="9832932" y="3194137"/>
            <a:ext cx="1716066" cy="2893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b="1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82" name="Google Shape;482;p56"/>
          <p:cNvCxnSpPr/>
          <p:nvPr/>
        </p:nvCxnSpPr>
        <p:spPr>
          <a:xfrm>
            <a:off x="5491291" y="2961981"/>
            <a:ext cx="1761279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3" name="Google Shape;483;p56"/>
          <p:cNvCxnSpPr/>
          <p:nvPr/>
        </p:nvCxnSpPr>
        <p:spPr>
          <a:xfrm>
            <a:off x="9812770" y="2961981"/>
            <a:ext cx="1761279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4" name="Google Shape;484;p56"/>
          <p:cNvCxnSpPr/>
          <p:nvPr/>
        </p:nvCxnSpPr>
        <p:spPr>
          <a:xfrm>
            <a:off x="7733449" y="2961981"/>
            <a:ext cx="176127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ttom picture" showMasterSp="0">
  <p:cSld name="Bottom picture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57"/>
          <p:cNvSpPr/>
          <p:nvPr>
            <p:ph idx="2" type="pic"/>
          </p:nvPr>
        </p:nvSpPr>
        <p:spPr>
          <a:xfrm>
            <a:off x="184484" y="4260028"/>
            <a:ext cx="12007516" cy="2597972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57"/>
          <p:cNvSpPr txBox="1"/>
          <p:nvPr>
            <p:ph idx="1" type="body"/>
          </p:nvPr>
        </p:nvSpPr>
        <p:spPr>
          <a:xfrm>
            <a:off x="524170" y="857251"/>
            <a:ext cx="1143541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9" name="Google Shape;489;p57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0" name="Google Shape;490;p57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1" name="Google Shape;491;p57"/>
          <p:cNvSpPr txBox="1"/>
          <p:nvPr>
            <p:ph type="title"/>
          </p:nvPr>
        </p:nvSpPr>
        <p:spPr>
          <a:xfrm>
            <a:off x="524170" y="371913"/>
            <a:ext cx="11216750" cy="41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92" name="Google Shape;492;p57"/>
          <p:cNvCxnSpPr/>
          <p:nvPr/>
        </p:nvCxnSpPr>
        <p:spPr>
          <a:xfrm>
            <a:off x="524169" y="1866102"/>
            <a:ext cx="112167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3" name="Google Shape;493;p57"/>
          <p:cNvSpPr txBox="1"/>
          <p:nvPr>
            <p:ph idx="3" type="body"/>
          </p:nvPr>
        </p:nvSpPr>
        <p:spPr>
          <a:xfrm>
            <a:off x="524169" y="2011224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4" name="Google Shape;494;p57"/>
          <p:cNvSpPr txBox="1"/>
          <p:nvPr>
            <p:ph idx="4" type="body"/>
          </p:nvPr>
        </p:nvSpPr>
        <p:spPr>
          <a:xfrm>
            <a:off x="524168" y="1571323"/>
            <a:ext cx="11216751" cy="1560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b="1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95" name="Google Shape;495;p57"/>
          <p:cNvCxnSpPr/>
          <p:nvPr/>
        </p:nvCxnSpPr>
        <p:spPr>
          <a:xfrm>
            <a:off x="524169" y="2842146"/>
            <a:ext cx="112167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6" name="Google Shape;496;p57"/>
          <p:cNvSpPr txBox="1"/>
          <p:nvPr>
            <p:ph idx="5" type="body"/>
          </p:nvPr>
        </p:nvSpPr>
        <p:spPr>
          <a:xfrm>
            <a:off x="3424128" y="2011224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7" name="Google Shape;497;p57"/>
          <p:cNvSpPr txBox="1"/>
          <p:nvPr>
            <p:ph idx="6" type="body"/>
          </p:nvPr>
        </p:nvSpPr>
        <p:spPr>
          <a:xfrm>
            <a:off x="6324087" y="2011224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8" name="Google Shape;498;p57"/>
          <p:cNvSpPr txBox="1"/>
          <p:nvPr>
            <p:ph idx="7" type="body"/>
          </p:nvPr>
        </p:nvSpPr>
        <p:spPr>
          <a:xfrm>
            <a:off x="9224046" y="2011224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99" name="Google Shape;499;p57"/>
          <p:cNvCxnSpPr/>
          <p:nvPr/>
        </p:nvCxnSpPr>
        <p:spPr>
          <a:xfrm>
            <a:off x="3246728" y="2009940"/>
            <a:ext cx="0" cy="68836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0" name="Google Shape;500;p57"/>
          <p:cNvCxnSpPr/>
          <p:nvPr/>
        </p:nvCxnSpPr>
        <p:spPr>
          <a:xfrm>
            <a:off x="6144040" y="2009940"/>
            <a:ext cx="0" cy="68836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1" name="Google Shape;501;p57"/>
          <p:cNvCxnSpPr/>
          <p:nvPr/>
        </p:nvCxnSpPr>
        <p:spPr>
          <a:xfrm>
            <a:off x="9031078" y="2009940"/>
            <a:ext cx="0" cy="68836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2" name="Google Shape;502;p57"/>
          <p:cNvSpPr txBox="1"/>
          <p:nvPr>
            <p:ph idx="8" type="body"/>
          </p:nvPr>
        </p:nvSpPr>
        <p:spPr>
          <a:xfrm>
            <a:off x="524169" y="2987269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3" name="Google Shape;503;p57"/>
          <p:cNvSpPr txBox="1"/>
          <p:nvPr>
            <p:ph idx="9" type="body"/>
          </p:nvPr>
        </p:nvSpPr>
        <p:spPr>
          <a:xfrm>
            <a:off x="3424128" y="2987269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4" name="Google Shape;504;p57"/>
          <p:cNvSpPr txBox="1"/>
          <p:nvPr>
            <p:ph idx="13" type="body"/>
          </p:nvPr>
        </p:nvSpPr>
        <p:spPr>
          <a:xfrm>
            <a:off x="6324087" y="2987269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5" name="Google Shape;505;p57"/>
          <p:cNvSpPr txBox="1"/>
          <p:nvPr>
            <p:ph idx="14" type="body"/>
          </p:nvPr>
        </p:nvSpPr>
        <p:spPr>
          <a:xfrm>
            <a:off x="9224046" y="2987269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06" name="Google Shape;506;p57"/>
          <p:cNvCxnSpPr/>
          <p:nvPr/>
        </p:nvCxnSpPr>
        <p:spPr>
          <a:xfrm>
            <a:off x="3246728" y="2985985"/>
            <a:ext cx="0" cy="68836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7" name="Google Shape;507;p57"/>
          <p:cNvCxnSpPr/>
          <p:nvPr/>
        </p:nvCxnSpPr>
        <p:spPr>
          <a:xfrm>
            <a:off x="6144040" y="2985985"/>
            <a:ext cx="0" cy="68836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8" name="Google Shape;508;p57"/>
          <p:cNvCxnSpPr/>
          <p:nvPr/>
        </p:nvCxnSpPr>
        <p:spPr>
          <a:xfrm>
            <a:off x="9031078" y="2985985"/>
            <a:ext cx="0" cy="68836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09" name="Google Shape;509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4630" y="-15394"/>
            <a:ext cx="210610" cy="6902642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ght picture and stats" showMasterSp="0">
  <p:cSld name="Right picture and stats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58"/>
          <p:cNvSpPr/>
          <p:nvPr>
            <p:ph idx="2" type="pic"/>
          </p:nvPr>
        </p:nvSpPr>
        <p:spPr>
          <a:xfrm>
            <a:off x="190121" y="0"/>
            <a:ext cx="5809307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13" name="Google Shape;513;p58"/>
          <p:cNvSpPr txBox="1"/>
          <p:nvPr>
            <p:ph idx="1" type="body"/>
          </p:nvPr>
        </p:nvSpPr>
        <p:spPr>
          <a:xfrm>
            <a:off x="6455781" y="1798811"/>
            <a:ext cx="5285139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4" name="Google Shape;514;p58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5" name="Google Shape;515;p58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6" name="Google Shape;516;p58"/>
          <p:cNvSpPr txBox="1"/>
          <p:nvPr>
            <p:ph type="title"/>
          </p:nvPr>
        </p:nvSpPr>
        <p:spPr>
          <a:xfrm>
            <a:off x="6455782" y="371913"/>
            <a:ext cx="5285138" cy="1216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7" name="Google Shape;517;p58"/>
          <p:cNvSpPr txBox="1"/>
          <p:nvPr>
            <p:ph idx="3" type="body"/>
          </p:nvPr>
        </p:nvSpPr>
        <p:spPr>
          <a:xfrm>
            <a:off x="6455781" y="2479744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18" name="Google Shape;518;p58"/>
          <p:cNvCxnSpPr/>
          <p:nvPr/>
        </p:nvCxnSpPr>
        <p:spPr>
          <a:xfrm>
            <a:off x="6455781" y="3320732"/>
            <a:ext cx="262367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9" name="Google Shape;519;p58"/>
          <p:cNvSpPr txBox="1"/>
          <p:nvPr>
            <p:ph idx="4" type="body"/>
          </p:nvPr>
        </p:nvSpPr>
        <p:spPr>
          <a:xfrm>
            <a:off x="6455781" y="3475920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0" name="Google Shape;520;p58"/>
          <p:cNvSpPr txBox="1"/>
          <p:nvPr>
            <p:ph idx="5" type="body"/>
          </p:nvPr>
        </p:nvSpPr>
        <p:spPr>
          <a:xfrm>
            <a:off x="6455781" y="4472096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21" name="Google Shape;521;p58"/>
          <p:cNvCxnSpPr/>
          <p:nvPr/>
        </p:nvCxnSpPr>
        <p:spPr>
          <a:xfrm>
            <a:off x="6455781" y="5313084"/>
            <a:ext cx="262367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2" name="Google Shape;522;p58"/>
          <p:cNvSpPr txBox="1"/>
          <p:nvPr>
            <p:ph idx="6" type="body"/>
          </p:nvPr>
        </p:nvSpPr>
        <p:spPr>
          <a:xfrm>
            <a:off x="6455781" y="5468272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23" name="Google Shape;523;p58"/>
          <p:cNvCxnSpPr/>
          <p:nvPr/>
        </p:nvCxnSpPr>
        <p:spPr>
          <a:xfrm>
            <a:off x="6455781" y="4316908"/>
            <a:ext cx="262367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4" name="Google Shape;524;p58"/>
          <p:cNvSpPr txBox="1"/>
          <p:nvPr>
            <p:ph idx="7" type="body"/>
          </p:nvPr>
        </p:nvSpPr>
        <p:spPr>
          <a:xfrm>
            <a:off x="9224047" y="2479744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25" name="Google Shape;525;p58"/>
          <p:cNvCxnSpPr/>
          <p:nvPr/>
        </p:nvCxnSpPr>
        <p:spPr>
          <a:xfrm>
            <a:off x="9224047" y="3320732"/>
            <a:ext cx="262367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6" name="Google Shape;526;p58"/>
          <p:cNvSpPr txBox="1"/>
          <p:nvPr>
            <p:ph idx="8" type="body"/>
          </p:nvPr>
        </p:nvSpPr>
        <p:spPr>
          <a:xfrm>
            <a:off x="9224047" y="3475920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7" name="Google Shape;527;p58"/>
          <p:cNvSpPr txBox="1"/>
          <p:nvPr>
            <p:ph idx="9" type="body"/>
          </p:nvPr>
        </p:nvSpPr>
        <p:spPr>
          <a:xfrm>
            <a:off x="9224047" y="4472096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28" name="Google Shape;528;p58"/>
          <p:cNvCxnSpPr/>
          <p:nvPr/>
        </p:nvCxnSpPr>
        <p:spPr>
          <a:xfrm>
            <a:off x="9224047" y="5313084"/>
            <a:ext cx="262367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9" name="Google Shape;529;p58"/>
          <p:cNvSpPr txBox="1"/>
          <p:nvPr>
            <p:ph idx="13" type="body"/>
          </p:nvPr>
        </p:nvSpPr>
        <p:spPr>
          <a:xfrm>
            <a:off x="9224047" y="5468272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30" name="Google Shape;530;p58"/>
          <p:cNvCxnSpPr/>
          <p:nvPr/>
        </p:nvCxnSpPr>
        <p:spPr>
          <a:xfrm>
            <a:off x="9224047" y="4316908"/>
            <a:ext cx="262367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31" name="Google Shape;531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4630" y="-15394"/>
            <a:ext cx="210610" cy="6902642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lny stats white" showMasterSp="0">
  <p:cSld name="Olny stats white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59"/>
          <p:cNvSpPr txBox="1"/>
          <p:nvPr>
            <p:ph idx="1" type="body"/>
          </p:nvPr>
        </p:nvSpPr>
        <p:spPr>
          <a:xfrm>
            <a:off x="524170" y="857251"/>
            <a:ext cx="1143541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5" name="Google Shape;535;p59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6" name="Google Shape;536;p59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7" name="Google Shape;537;p59"/>
          <p:cNvSpPr txBox="1"/>
          <p:nvPr>
            <p:ph type="title"/>
          </p:nvPr>
        </p:nvSpPr>
        <p:spPr>
          <a:xfrm>
            <a:off x="524170" y="371913"/>
            <a:ext cx="11216750" cy="41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538" name="Google Shape;538;p59"/>
          <p:cNvCxnSpPr/>
          <p:nvPr/>
        </p:nvCxnSpPr>
        <p:spPr>
          <a:xfrm>
            <a:off x="524169" y="1866102"/>
            <a:ext cx="112167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9" name="Google Shape;539;p59"/>
          <p:cNvSpPr txBox="1"/>
          <p:nvPr>
            <p:ph idx="2" type="body"/>
          </p:nvPr>
        </p:nvSpPr>
        <p:spPr>
          <a:xfrm>
            <a:off x="524169" y="2084705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0" name="Google Shape;540;p59"/>
          <p:cNvSpPr txBox="1"/>
          <p:nvPr>
            <p:ph idx="3" type="body"/>
          </p:nvPr>
        </p:nvSpPr>
        <p:spPr>
          <a:xfrm>
            <a:off x="524168" y="1474505"/>
            <a:ext cx="11216751" cy="1560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b="1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41" name="Google Shape;541;p59"/>
          <p:cNvCxnSpPr/>
          <p:nvPr/>
        </p:nvCxnSpPr>
        <p:spPr>
          <a:xfrm>
            <a:off x="524169" y="2989108"/>
            <a:ext cx="112167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42" name="Google Shape;542;p59"/>
          <p:cNvSpPr txBox="1"/>
          <p:nvPr>
            <p:ph idx="4" type="body"/>
          </p:nvPr>
        </p:nvSpPr>
        <p:spPr>
          <a:xfrm>
            <a:off x="3424128" y="2084705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3" name="Google Shape;543;p59"/>
          <p:cNvSpPr txBox="1"/>
          <p:nvPr>
            <p:ph idx="5" type="body"/>
          </p:nvPr>
        </p:nvSpPr>
        <p:spPr>
          <a:xfrm>
            <a:off x="6324087" y="2084705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4" name="Google Shape;544;p59"/>
          <p:cNvSpPr txBox="1"/>
          <p:nvPr>
            <p:ph idx="6" type="body"/>
          </p:nvPr>
        </p:nvSpPr>
        <p:spPr>
          <a:xfrm>
            <a:off x="9224046" y="2084705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45" name="Google Shape;545;p59"/>
          <p:cNvCxnSpPr/>
          <p:nvPr/>
        </p:nvCxnSpPr>
        <p:spPr>
          <a:xfrm>
            <a:off x="3246728" y="2085244"/>
            <a:ext cx="0" cy="68836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6" name="Google Shape;546;p59"/>
          <p:cNvCxnSpPr/>
          <p:nvPr/>
        </p:nvCxnSpPr>
        <p:spPr>
          <a:xfrm>
            <a:off x="6144040" y="2085244"/>
            <a:ext cx="0" cy="68836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7" name="Google Shape;547;p59"/>
          <p:cNvCxnSpPr/>
          <p:nvPr/>
        </p:nvCxnSpPr>
        <p:spPr>
          <a:xfrm>
            <a:off x="9031078" y="2085244"/>
            <a:ext cx="0" cy="68836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48" name="Google Shape;548;p59"/>
          <p:cNvSpPr txBox="1"/>
          <p:nvPr>
            <p:ph idx="7" type="body"/>
          </p:nvPr>
        </p:nvSpPr>
        <p:spPr>
          <a:xfrm>
            <a:off x="524169" y="3207711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9" name="Google Shape;549;p59"/>
          <p:cNvSpPr txBox="1"/>
          <p:nvPr>
            <p:ph idx="8" type="body"/>
          </p:nvPr>
        </p:nvSpPr>
        <p:spPr>
          <a:xfrm>
            <a:off x="3424128" y="3207711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0" name="Google Shape;550;p59"/>
          <p:cNvSpPr txBox="1"/>
          <p:nvPr>
            <p:ph idx="9" type="body"/>
          </p:nvPr>
        </p:nvSpPr>
        <p:spPr>
          <a:xfrm>
            <a:off x="6324087" y="3207711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1" name="Google Shape;551;p59"/>
          <p:cNvSpPr txBox="1"/>
          <p:nvPr>
            <p:ph idx="13" type="body"/>
          </p:nvPr>
        </p:nvSpPr>
        <p:spPr>
          <a:xfrm>
            <a:off x="9224046" y="3207711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52" name="Google Shape;552;p59"/>
          <p:cNvCxnSpPr/>
          <p:nvPr/>
        </p:nvCxnSpPr>
        <p:spPr>
          <a:xfrm>
            <a:off x="3246728" y="3168865"/>
            <a:ext cx="0" cy="68836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3" name="Google Shape;553;p59"/>
          <p:cNvCxnSpPr/>
          <p:nvPr/>
        </p:nvCxnSpPr>
        <p:spPr>
          <a:xfrm>
            <a:off x="6144040" y="3168865"/>
            <a:ext cx="0" cy="68836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4" name="Google Shape;554;p59"/>
          <p:cNvCxnSpPr/>
          <p:nvPr/>
        </p:nvCxnSpPr>
        <p:spPr>
          <a:xfrm>
            <a:off x="9031078" y="3168865"/>
            <a:ext cx="0" cy="68836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5" name="Google Shape;555;p59"/>
          <p:cNvCxnSpPr/>
          <p:nvPr/>
        </p:nvCxnSpPr>
        <p:spPr>
          <a:xfrm>
            <a:off x="524169" y="4112114"/>
            <a:ext cx="112167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6" name="Google Shape;556;p59"/>
          <p:cNvSpPr txBox="1"/>
          <p:nvPr>
            <p:ph idx="14" type="body"/>
          </p:nvPr>
        </p:nvSpPr>
        <p:spPr>
          <a:xfrm>
            <a:off x="524169" y="4330717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57" name="Google Shape;557;p59"/>
          <p:cNvCxnSpPr/>
          <p:nvPr/>
        </p:nvCxnSpPr>
        <p:spPr>
          <a:xfrm>
            <a:off x="524169" y="5235120"/>
            <a:ext cx="112167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8" name="Google Shape;558;p59"/>
          <p:cNvSpPr txBox="1"/>
          <p:nvPr>
            <p:ph idx="15" type="body"/>
          </p:nvPr>
        </p:nvSpPr>
        <p:spPr>
          <a:xfrm>
            <a:off x="3424128" y="4330717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9" name="Google Shape;559;p59"/>
          <p:cNvSpPr txBox="1"/>
          <p:nvPr>
            <p:ph idx="16" type="body"/>
          </p:nvPr>
        </p:nvSpPr>
        <p:spPr>
          <a:xfrm>
            <a:off x="6324087" y="4330717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0" name="Google Shape;560;p59"/>
          <p:cNvSpPr txBox="1"/>
          <p:nvPr>
            <p:ph idx="17" type="body"/>
          </p:nvPr>
        </p:nvSpPr>
        <p:spPr>
          <a:xfrm>
            <a:off x="9224046" y="4330717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61" name="Google Shape;561;p59"/>
          <p:cNvCxnSpPr/>
          <p:nvPr/>
        </p:nvCxnSpPr>
        <p:spPr>
          <a:xfrm>
            <a:off x="3246728" y="4315031"/>
            <a:ext cx="0" cy="68836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2" name="Google Shape;562;p59"/>
          <p:cNvCxnSpPr/>
          <p:nvPr/>
        </p:nvCxnSpPr>
        <p:spPr>
          <a:xfrm>
            <a:off x="6144040" y="4315031"/>
            <a:ext cx="0" cy="68836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3" name="Google Shape;563;p59"/>
          <p:cNvCxnSpPr/>
          <p:nvPr/>
        </p:nvCxnSpPr>
        <p:spPr>
          <a:xfrm>
            <a:off x="9031078" y="4315031"/>
            <a:ext cx="0" cy="68836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64" name="Google Shape;564;p59"/>
          <p:cNvSpPr txBox="1"/>
          <p:nvPr>
            <p:ph idx="18" type="body"/>
          </p:nvPr>
        </p:nvSpPr>
        <p:spPr>
          <a:xfrm>
            <a:off x="524169" y="5453725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5" name="Google Shape;565;p59"/>
          <p:cNvSpPr txBox="1"/>
          <p:nvPr>
            <p:ph idx="19" type="body"/>
          </p:nvPr>
        </p:nvSpPr>
        <p:spPr>
          <a:xfrm>
            <a:off x="3424128" y="5453725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6" name="Google Shape;566;p59"/>
          <p:cNvSpPr txBox="1"/>
          <p:nvPr>
            <p:ph idx="20" type="body"/>
          </p:nvPr>
        </p:nvSpPr>
        <p:spPr>
          <a:xfrm>
            <a:off x="6324087" y="5453725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7" name="Google Shape;567;p59"/>
          <p:cNvSpPr txBox="1"/>
          <p:nvPr>
            <p:ph idx="21" type="body"/>
          </p:nvPr>
        </p:nvSpPr>
        <p:spPr>
          <a:xfrm>
            <a:off x="9224046" y="5453725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68" name="Google Shape;568;p59"/>
          <p:cNvCxnSpPr/>
          <p:nvPr/>
        </p:nvCxnSpPr>
        <p:spPr>
          <a:xfrm>
            <a:off x="3246728" y="5452441"/>
            <a:ext cx="0" cy="68836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9" name="Google Shape;569;p59"/>
          <p:cNvCxnSpPr/>
          <p:nvPr/>
        </p:nvCxnSpPr>
        <p:spPr>
          <a:xfrm>
            <a:off x="6144040" y="5452441"/>
            <a:ext cx="0" cy="68836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0" name="Google Shape;570;p59"/>
          <p:cNvCxnSpPr/>
          <p:nvPr/>
        </p:nvCxnSpPr>
        <p:spPr>
          <a:xfrm>
            <a:off x="9031078" y="5452441"/>
            <a:ext cx="0" cy="68836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71" name="Google Shape;571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4630" y="-15394"/>
            <a:ext cx="210610" cy="6902642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lny stats Dark">
  <p:cSld name="Olny stats Dark"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" name="Google Shape;573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12191997" cy="6858000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574" name="Google Shape;574;p60"/>
          <p:cNvSpPr txBox="1"/>
          <p:nvPr>
            <p:ph idx="1" type="body"/>
          </p:nvPr>
        </p:nvSpPr>
        <p:spPr>
          <a:xfrm>
            <a:off x="524170" y="857251"/>
            <a:ext cx="1143541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5" name="Google Shape;575;p60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6" name="Google Shape;576;p60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7" name="Google Shape;577;p60"/>
          <p:cNvSpPr txBox="1"/>
          <p:nvPr>
            <p:ph type="title"/>
          </p:nvPr>
        </p:nvSpPr>
        <p:spPr>
          <a:xfrm>
            <a:off x="524170" y="371913"/>
            <a:ext cx="11216750" cy="41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578" name="Google Shape;578;p60"/>
          <p:cNvCxnSpPr/>
          <p:nvPr/>
        </p:nvCxnSpPr>
        <p:spPr>
          <a:xfrm>
            <a:off x="524169" y="1866102"/>
            <a:ext cx="1121675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9" name="Google Shape;579;p60"/>
          <p:cNvSpPr txBox="1"/>
          <p:nvPr>
            <p:ph idx="2" type="body"/>
          </p:nvPr>
        </p:nvSpPr>
        <p:spPr>
          <a:xfrm>
            <a:off x="524169" y="2084705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0" name="Google Shape;580;p60"/>
          <p:cNvSpPr txBox="1"/>
          <p:nvPr>
            <p:ph idx="3" type="body"/>
          </p:nvPr>
        </p:nvSpPr>
        <p:spPr>
          <a:xfrm>
            <a:off x="524168" y="1474505"/>
            <a:ext cx="11216751" cy="1560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81" name="Google Shape;581;p60"/>
          <p:cNvCxnSpPr/>
          <p:nvPr/>
        </p:nvCxnSpPr>
        <p:spPr>
          <a:xfrm>
            <a:off x="524169" y="2989108"/>
            <a:ext cx="1121675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2" name="Google Shape;582;p60"/>
          <p:cNvSpPr txBox="1"/>
          <p:nvPr>
            <p:ph idx="4" type="body"/>
          </p:nvPr>
        </p:nvSpPr>
        <p:spPr>
          <a:xfrm>
            <a:off x="3424128" y="2084705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3" name="Google Shape;583;p60"/>
          <p:cNvSpPr txBox="1"/>
          <p:nvPr>
            <p:ph idx="5" type="body"/>
          </p:nvPr>
        </p:nvSpPr>
        <p:spPr>
          <a:xfrm>
            <a:off x="6324087" y="2084705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4" name="Google Shape;584;p60"/>
          <p:cNvSpPr txBox="1"/>
          <p:nvPr>
            <p:ph idx="6" type="body"/>
          </p:nvPr>
        </p:nvSpPr>
        <p:spPr>
          <a:xfrm>
            <a:off x="9224046" y="2084705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85" name="Google Shape;585;p60"/>
          <p:cNvCxnSpPr/>
          <p:nvPr/>
        </p:nvCxnSpPr>
        <p:spPr>
          <a:xfrm>
            <a:off x="3246728" y="2085244"/>
            <a:ext cx="0" cy="68836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6" name="Google Shape;586;p60"/>
          <p:cNvCxnSpPr/>
          <p:nvPr/>
        </p:nvCxnSpPr>
        <p:spPr>
          <a:xfrm>
            <a:off x="6144040" y="2085244"/>
            <a:ext cx="0" cy="68836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7" name="Google Shape;587;p60"/>
          <p:cNvCxnSpPr/>
          <p:nvPr/>
        </p:nvCxnSpPr>
        <p:spPr>
          <a:xfrm>
            <a:off x="9031078" y="2085244"/>
            <a:ext cx="0" cy="68836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8" name="Google Shape;588;p60"/>
          <p:cNvSpPr txBox="1"/>
          <p:nvPr>
            <p:ph idx="7" type="body"/>
          </p:nvPr>
        </p:nvSpPr>
        <p:spPr>
          <a:xfrm>
            <a:off x="524169" y="3207711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9" name="Google Shape;589;p60"/>
          <p:cNvSpPr txBox="1"/>
          <p:nvPr>
            <p:ph idx="8" type="body"/>
          </p:nvPr>
        </p:nvSpPr>
        <p:spPr>
          <a:xfrm>
            <a:off x="3424128" y="3207711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0" name="Google Shape;590;p60"/>
          <p:cNvSpPr txBox="1"/>
          <p:nvPr>
            <p:ph idx="9" type="body"/>
          </p:nvPr>
        </p:nvSpPr>
        <p:spPr>
          <a:xfrm>
            <a:off x="6324087" y="3207711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1" name="Google Shape;591;p60"/>
          <p:cNvSpPr txBox="1"/>
          <p:nvPr>
            <p:ph idx="13" type="body"/>
          </p:nvPr>
        </p:nvSpPr>
        <p:spPr>
          <a:xfrm>
            <a:off x="9224046" y="3207711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92" name="Google Shape;592;p60"/>
          <p:cNvCxnSpPr/>
          <p:nvPr/>
        </p:nvCxnSpPr>
        <p:spPr>
          <a:xfrm>
            <a:off x="3246728" y="3168865"/>
            <a:ext cx="0" cy="68836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3" name="Google Shape;593;p60"/>
          <p:cNvCxnSpPr/>
          <p:nvPr/>
        </p:nvCxnSpPr>
        <p:spPr>
          <a:xfrm>
            <a:off x="6144040" y="3168865"/>
            <a:ext cx="0" cy="68836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4" name="Google Shape;594;p60"/>
          <p:cNvCxnSpPr/>
          <p:nvPr/>
        </p:nvCxnSpPr>
        <p:spPr>
          <a:xfrm>
            <a:off x="9031078" y="3168865"/>
            <a:ext cx="0" cy="68836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5" name="Google Shape;595;p60"/>
          <p:cNvCxnSpPr/>
          <p:nvPr/>
        </p:nvCxnSpPr>
        <p:spPr>
          <a:xfrm>
            <a:off x="524169" y="4112114"/>
            <a:ext cx="1121675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6" name="Google Shape;596;p60"/>
          <p:cNvSpPr txBox="1"/>
          <p:nvPr>
            <p:ph idx="14" type="body"/>
          </p:nvPr>
        </p:nvSpPr>
        <p:spPr>
          <a:xfrm>
            <a:off x="524169" y="4330717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97" name="Google Shape;597;p60"/>
          <p:cNvCxnSpPr/>
          <p:nvPr/>
        </p:nvCxnSpPr>
        <p:spPr>
          <a:xfrm>
            <a:off x="524169" y="5235120"/>
            <a:ext cx="1121675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8" name="Google Shape;598;p60"/>
          <p:cNvSpPr txBox="1"/>
          <p:nvPr>
            <p:ph idx="15" type="body"/>
          </p:nvPr>
        </p:nvSpPr>
        <p:spPr>
          <a:xfrm>
            <a:off x="3424128" y="4330717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9" name="Google Shape;599;p60"/>
          <p:cNvSpPr txBox="1"/>
          <p:nvPr>
            <p:ph idx="16" type="body"/>
          </p:nvPr>
        </p:nvSpPr>
        <p:spPr>
          <a:xfrm>
            <a:off x="6324087" y="4330717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0" name="Google Shape;600;p60"/>
          <p:cNvSpPr txBox="1"/>
          <p:nvPr>
            <p:ph idx="17" type="body"/>
          </p:nvPr>
        </p:nvSpPr>
        <p:spPr>
          <a:xfrm>
            <a:off x="9224046" y="4330717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601" name="Google Shape;601;p60"/>
          <p:cNvCxnSpPr/>
          <p:nvPr/>
        </p:nvCxnSpPr>
        <p:spPr>
          <a:xfrm>
            <a:off x="3246728" y="4315031"/>
            <a:ext cx="0" cy="68836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2" name="Google Shape;602;p60"/>
          <p:cNvCxnSpPr/>
          <p:nvPr/>
        </p:nvCxnSpPr>
        <p:spPr>
          <a:xfrm>
            <a:off x="6144040" y="4315031"/>
            <a:ext cx="0" cy="68836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3" name="Google Shape;603;p60"/>
          <p:cNvCxnSpPr/>
          <p:nvPr/>
        </p:nvCxnSpPr>
        <p:spPr>
          <a:xfrm>
            <a:off x="9031078" y="4315031"/>
            <a:ext cx="0" cy="68836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4" name="Google Shape;604;p60"/>
          <p:cNvSpPr txBox="1"/>
          <p:nvPr>
            <p:ph idx="18" type="body"/>
          </p:nvPr>
        </p:nvSpPr>
        <p:spPr>
          <a:xfrm>
            <a:off x="524169" y="5453725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5" name="Google Shape;605;p60"/>
          <p:cNvSpPr txBox="1"/>
          <p:nvPr>
            <p:ph idx="19" type="body"/>
          </p:nvPr>
        </p:nvSpPr>
        <p:spPr>
          <a:xfrm>
            <a:off x="3424128" y="5453725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6" name="Google Shape;606;p60"/>
          <p:cNvSpPr txBox="1"/>
          <p:nvPr>
            <p:ph idx="20" type="body"/>
          </p:nvPr>
        </p:nvSpPr>
        <p:spPr>
          <a:xfrm>
            <a:off x="6324087" y="5453725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7" name="Google Shape;607;p60"/>
          <p:cNvSpPr txBox="1"/>
          <p:nvPr>
            <p:ph idx="21" type="body"/>
          </p:nvPr>
        </p:nvSpPr>
        <p:spPr>
          <a:xfrm>
            <a:off x="9224046" y="5453725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608" name="Google Shape;608;p60"/>
          <p:cNvCxnSpPr/>
          <p:nvPr/>
        </p:nvCxnSpPr>
        <p:spPr>
          <a:xfrm>
            <a:off x="3246728" y="5452441"/>
            <a:ext cx="0" cy="68836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9" name="Google Shape;609;p60"/>
          <p:cNvCxnSpPr/>
          <p:nvPr/>
        </p:nvCxnSpPr>
        <p:spPr>
          <a:xfrm>
            <a:off x="6144040" y="5452441"/>
            <a:ext cx="0" cy="68836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0" name="Google Shape;610;p60"/>
          <p:cNvCxnSpPr/>
          <p:nvPr/>
        </p:nvCxnSpPr>
        <p:spPr>
          <a:xfrm>
            <a:off x="9031078" y="5452441"/>
            <a:ext cx="0" cy="68836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1 picture" showMasterSp="0">
  <p:cSld name="Content and 1 picture"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3" name="Google Shape;613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22899" y="1"/>
            <a:ext cx="2388198" cy="6858000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614" name="Google Shape;614;p61"/>
          <p:cNvSpPr/>
          <p:nvPr>
            <p:ph idx="2" type="pic"/>
          </p:nvPr>
        </p:nvSpPr>
        <p:spPr>
          <a:xfrm>
            <a:off x="1" y="-1"/>
            <a:ext cx="3022898" cy="6857991"/>
          </a:xfrm>
          <a:prstGeom prst="rect">
            <a:avLst/>
          </a:prstGeom>
          <a:noFill/>
          <a:ln>
            <a:noFill/>
          </a:ln>
        </p:spPr>
      </p:sp>
      <p:sp>
        <p:nvSpPr>
          <p:cNvPr id="615" name="Google Shape;615;p61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6" name="Google Shape;616;p61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7" name="Google Shape;617;p61"/>
          <p:cNvSpPr txBox="1"/>
          <p:nvPr>
            <p:ph type="title"/>
          </p:nvPr>
        </p:nvSpPr>
        <p:spPr>
          <a:xfrm>
            <a:off x="5846618" y="371913"/>
            <a:ext cx="5894302" cy="809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8" name="Google Shape;618;p61"/>
          <p:cNvSpPr txBox="1"/>
          <p:nvPr>
            <p:ph idx="1" type="body"/>
          </p:nvPr>
        </p:nvSpPr>
        <p:spPr>
          <a:xfrm>
            <a:off x="5846618" y="1299039"/>
            <a:ext cx="589430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9" name="Google Shape;619;p61"/>
          <p:cNvSpPr txBox="1"/>
          <p:nvPr>
            <p:ph idx="3" type="body"/>
          </p:nvPr>
        </p:nvSpPr>
        <p:spPr>
          <a:xfrm>
            <a:off x="5846618" y="1910992"/>
            <a:ext cx="5894302" cy="4375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picture and stats">
  <p:cSld name="Left picture and stats"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2"/>
          <p:cNvSpPr/>
          <p:nvPr>
            <p:ph idx="2" type="pic"/>
          </p:nvPr>
        </p:nvSpPr>
        <p:spPr>
          <a:xfrm>
            <a:off x="6382693" y="0"/>
            <a:ext cx="5809307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622" name="Google Shape;622;p62"/>
          <p:cNvSpPr txBox="1"/>
          <p:nvPr>
            <p:ph idx="1" type="body"/>
          </p:nvPr>
        </p:nvSpPr>
        <p:spPr>
          <a:xfrm>
            <a:off x="524170" y="1798811"/>
            <a:ext cx="5285139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3" name="Google Shape;623;p62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4" name="Google Shape;624;p62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5" name="Google Shape;625;p62"/>
          <p:cNvSpPr txBox="1"/>
          <p:nvPr>
            <p:ph idx="3" type="body"/>
          </p:nvPr>
        </p:nvSpPr>
        <p:spPr>
          <a:xfrm>
            <a:off x="524169" y="2479744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626" name="Google Shape;626;p62"/>
          <p:cNvCxnSpPr/>
          <p:nvPr/>
        </p:nvCxnSpPr>
        <p:spPr>
          <a:xfrm>
            <a:off x="524169" y="3320732"/>
            <a:ext cx="262367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7" name="Google Shape;627;p62"/>
          <p:cNvSpPr txBox="1"/>
          <p:nvPr>
            <p:ph idx="4" type="body"/>
          </p:nvPr>
        </p:nvSpPr>
        <p:spPr>
          <a:xfrm>
            <a:off x="524169" y="3475920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8" name="Google Shape;628;p62"/>
          <p:cNvSpPr txBox="1"/>
          <p:nvPr>
            <p:ph idx="5" type="body"/>
          </p:nvPr>
        </p:nvSpPr>
        <p:spPr>
          <a:xfrm>
            <a:off x="524169" y="4472096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629" name="Google Shape;629;p62"/>
          <p:cNvCxnSpPr/>
          <p:nvPr/>
        </p:nvCxnSpPr>
        <p:spPr>
          <a:xfrm>
            <a:off x="524169" y="5313084"/>
            <a:ext cx="262367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30" name="Google Shape;630;p62"/>
          <p:cNvSpPr txBox="1"/>
          <p:nvPr>
            <p:ph idx="6" type="body"/>
          </p:nvPr>
        </p:nvSpPr>
        <p:spPr>
          <a:xfrm>
            <a:off x="524169" y="5468272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631" name="Google Shape;631;p62"/>
          <p:cNvCxnSpPr/>
          <p:nvPr/>
        </p:nvCxnSpPr>
        <p:spPr>
          <a:xfrm>
            <a:off x="524169" y="4316908"/>
            <a:ext cx="262367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32" name="Google Shape;632;p62"/>
          <p:cNvSpPr txBox="1"/>
          <p:nvPr>
            <p:ph idx="7" type="body"/>
          </p:nvPr>
        </p:nvSpPr>
        <p:spPr>
          <a:xfrm>
            <a:off x="3292435" y="2479744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633" name="Google Shape;633;p62"/>
          <p:cNvCxnSpPr/>
          <p:nvPr/>
        </p:nvCxnSpPr>
        <p:spPr>
          <a:xfrm>
            <a:off x="3292435" y="3320732"/>
            <a:ext cx="262367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34" name="Google Shape;634;p62"/>
          <p:cNvSpPr txBox="1"/>
          <p:nvPr>
            <p:ph idx="8" type="body"/>
          </p:nvPr>
        </p:nvSpPr>
        <p:spPr>
          <a:xfrm>
            <a:off x="3292435" y="3475920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5" name="Google Shape;635;p62"/>
          <p:cNvSpPr txBox="1"/>
          <p:nvPr>
            <p:ph idx="9" type="body"/>
          </p:nvPr>
        </p:nvSpPr>
        <p:spPr>
          <a:xfrm>
            <a:off x="3292435" y="4472096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636" name="Google Shape;636;p62"/>
          <p:cNvCxnSpPr/>
          <p:nvPr/>
        </p:nvCxnSpPr>
        <p:spPr>
          <a:xfrm>
            <a:off x="3292435" y="5313084"/>
            <a:ext cx="262367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37" name="Google Shape;637;p62"/>
          <p:cNvSpPr txBox="1"/>
          <p:nvPr>
            <p:ph idx="13" type="body"/>
          </p:nvPr>
        </p:nvSpPr>
        <p:spPr>
          <a:xfrm>
            <a:off x="3292435" y="5468272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638" name="Google Shape;638;p62"/>
          <p:cNvCxnSpPr/>
          <p:nvPr/>
        </p:nvCxnSpPr>
        <p:spPr>
          <a:xfrm>
            <a:off x="3292435" y="4316908"/>
            <a:ext cx="262367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39" name="Google Shape;639;p62"/>
          <p:cNvSpPr txBox="1"/>
          <p:nvPr>
            <p:ph type="title"/>
          </p:nvPr>
        </p:nvSpPr>
        <p:spPr>
          <a:xfrm>
            <a:off x="524170" y="371913"/>
            <a:ext cx="5285138" cy="41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0" name="Google Shape;640;p62"/>
          <p:cNvSpPr/>
          <p:nvPr/>
        </p:nvSpPr>
        <p:spPr>
          <a:xfrm>
            <a:off x="181428" y="1824157"/>
            <a:ext cx="12010571" cy="5033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hite" type="secHead">
  <p:cSld name="SECTION_HEADER"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97" cy="6858000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643" name="Google Shape;64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0" y="557"/>
            <a:ext cx="12191011" cy="6857443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63"/>
          <p:cNvSpPr txBox="1"/>
          <p:nvPr>
            <p:ph type="title"/>
          </p:nvPr>
        </p:nvSpPr>
        <p:spPr>
          <a:xfrm>
            <a:off x="831850" y="2199992"/>
            <a:ext cx="8149188" cy="23624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000"/>
              <a:buFont typeface="Arial"/>
              <a:buNone/>
              <a:defRPr sz="4000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5" name="Google Shape;645;p63"/>
          <p:cNvSpPr txBox="1"/>
          <p:nvPr>
            <p:ph idx="1" type="body"/>
          </p:nvPr>
        </p:nvSpPr>
        <p:spPr>
          <a:xfrm>
            <a:off x="831850" y="4897283"/>
            <a:ext cx="3070194" cy="299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  <a:defRPr sz="1400">
                <a:solidFill>
                  <a:srgbClr val="F2F2F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46" name="Google Shape;646;p63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7" name="Google Shape;647;p63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Quote white">
  <p:cSld name="2_Quote white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12191997" cy="6858000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650" name="Google Shape;650;p64"/>
          <p:cNvSpPr txBox="1"/>
          <p:nvPr>
            <p:ph type="title"/>
          </p:nvPr>
        </p:nvSpPr>
        <p:spPr>
          <a:xfrm>
            <a:off x="831850" y="2199992"/>
            <a:ext cx="8149188" cy="23624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000"/>
              <a:buFont typeface="Arial"/>
              <a:buNone/>
              <a:defRPr sz="4000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1" name="Google Shape;651;p64"/>
          <p:cNvSpPr txBox="1"/>
          <p:nvPr>
            <p:ph idx="1" type="body"/>
          </p:nvPr>
        </p:nvSpPr>
        <p:spPr>
          <a:xfrm>
            <a:off x="831850" y="4897283"/>
            <a:ext cx="3070194" cy="299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  <a:defRPr sz="1400">
                <a:solidFill>
                  <a:srgbClr val="F2F2F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52" name="Google Shape;652;p64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3" name="Google Shape;653;p64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Quote white">
  <p:cSld name="1_Quote white"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65"/>
          <p:cNvSpPr txBox="1"/>
          <p:nvPr>
            <p:ph type="title"/>
          </p:nvPr>
        </p:nvSpPr>
        <p:spPr>
          <a:xfrm>
            <a:off x="831850" y="2199992"/>
            <a:ext cx="8149188" cy="23624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sz="4000" cap="none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6" name="Google Shape;656;p65"/>
          <p:cNvSpPr txBox="1"/>
          <p:nvPr>
            <p:ph idx="1" type="body"/>
          </p:nvPr>
        </p:nvSpPr>
        <p:spPr>
          <a:xfrm>
            <a:off x="831850" y="4897283"/>
            <a:ext cx="3070194" cy="299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57" name="Google Shape;657;p65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8" name="Google Shape;658;p65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9" name="Google Shape;659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0" y="557"/>
            <a:ext cx="12191011" cy="6857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dark">
  <p:cSld name="Quote dark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12191997" cy="6858000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662" name="Google Shape;662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494" y="278"/>
            <a:ext cx="12191011" cy="6857443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66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4" name="Google Shape;664;p66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5" name="Google Shape;665;p66"/>
          <p:cNvSpPr txBox="1"/>
          <p:nvPr>
            <p:ph type="ctrTitle"/>
          </p:nvPr>
        </p:nvSpPr>
        <p:spPr>
          <a:xfrm>
            <a:off x="566566" y="2387599"/>
            <a:ext cx="9716685" cy="19690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6000"/>
              <a:buFont typeface="Arial"/>
              <a:buNone/>
              <a:defRPr sz="6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6" name="Google Shape;666;p66"/>
          <p:cNvSpPr txBox="1"/>
          <p:nvPr>
            <p:ph idx="1" type="subTitle"/>
          </p:nvPr>
        </p:nvSpPr>
        <p:spPr>
          <a:xfrm>
            <a:off x="566567" y="4618038"/>
            <a:ext cx="9716685" cy="732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 sz="1800">
                <a:solidFill>
                  <a:srgbClr val="F2F2F2"/>
                </a:solidFill>
              </a:defRPr>
            </a:lvl1pPr>
            <a:lvl2pPr lvl="1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 showMasterSp="0" type="blank">
  <p:cSld name="BLANK"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8" name="Google Shape;668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97" cy="6886921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Layout with center elements white" showMasterSp="0">
  <p:cSld name="2_Layout with center elements white"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0" name="Google Shape;670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12191997" cy="6858000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descr="A picture containing fireworks, outdoor object&#10;&#10;Description automatically generated" id="671" name="Google Shape;671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24" y="-11219"/>
            <a:ext cx="12121175" cy="6884615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68"/>
          <p:cNvSpPr txBox="1"/>
          <p:nvPr>
            <p:ph idx="1" type="body"/>
          </p:nvPr>
        </p:nvSpPr>
        <p:spPr>
          <a:xfrm>
            <a:off x="522287" y="2221210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F2F2F2"/>
              </a:buClr>
              <a:buSzPts val="2400"/>
              <a:buNone/>
              <a:defRPr b="1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F2F2F2"/>
              </a:buClr>
              <a:buSzPts val="1050"/>
              <a:buNone/>
              <a:defRPr b="0" i="0" sz="10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3" name="Google Shape;673;p68"/>
          <p:cNvSpPr txBox="1"/>
          <p:nvPr>
            <p:ph idx="2" type="body"/>
          </p:nvPr>
        </p:nvSpPr>
        <p:spPr>
          <a:xfrm>
            <a:off x="522287" y="3318490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F2F2F2"/>
              </a:buClr>
              <a:buSzPts val="2400"/>
              <a:buNone/>
              <a:defRPr b="1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F2F2F2"/>
              </a:buClr>
              <a:buSzPts val="1050"/>
              <a:buNone/>
              <a:defRPr b="0" i="0" sz="10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4" name="Google Shape;674;p68"/>
          <p:cNvSpPr txBox="1"/>
          <p:nvPr>
            <p:ph idx="3" type="body"/>
          </p:nvPr>
        </p:nvSpPr>
        <p:spPr>
          <a:xfrm>
            <a:off x="522287" y="4415770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F2F2F2"/>
              </a:buClr>
              <a:buSzPts val="2400"/>
              <a:buNone/>
              <a:defRPr b="1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F2F2F2"/>
              </a:buClr>
              <a:buSzPts val="1050"/>
              <a:buNone/>
              <a:defRPr b="0" i="0" sz="10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5" name="Google Shape;675;p68"/>
          <p:cNvSpPr txBox="1"/>
          <p:nvPr>
            <p:ph idx="4" type="body"/>
          </p:nvPr>
        </p:nvSpPr>
        <p:spPr>
          <a:xfrm>
            <a:off x="522287" y="5513050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F2F2F2"/>
              </a:buClr>
              <a:buSzPts val="2400"/>
              <a:buNone/>
              <a:defRPr b="1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F2F2F2"/>
              </a:buClr>
              <a:buSzPts val="1050"/>
              <a:buNone/>
              <a:defRPr b="0" i="0" sz="10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676" name="Google Shape;676;p68"/>
          <p:cNvCxnSpPr/>
          <p:nvPr/>
        </p:nvCxnSpPr>
        <p:spPr>
          <a:xfrm>
            <a:off x="522287" y="4210030"/>
            <a:ext cx="2612548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7" name="Google Shape;677;p68"/>
          <p:cNvCxnSpPr/>
          <p:nvPr/>
        </p:nvCxnSpPr>
        <p:spPr>
          <a:xfrm>
            <a:off x="522287" y="3112750"/>
            <a:ext cx="2612548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8" name="Google Shape;678;p68"/>
          <p:cNvCxnSpPr/>
          <p:nvPr/>
        </p:nvCxnSpPr>
        <p:spPr>
          <a:xfrm>
            <a:off x="522287" y="5307310"/>
            <a:ext cx="2612548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9" name="Google Shape;679;p68"/>
          <p:cNvSpPr txBox="1"/>
          <p:nvPr>
            <p:ph idx="5" type="body"/>
          </p:nvPr>
        </p:nvSpPr>
        <p:spPr>
          <a:xfrm>
            <a:off x="522288" y="1225383"/>
            <a:ext cx="5902263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0" name="Google Shape;680;p68"/>
          <p:cNvSpPr txBox="1"/>
          <p:nvPr>
            <p:ph type="title"/>
          </p:nvPr>
        </p:nvSpPr>
        <p:spPr>
          <a:xfrm>
            <a:off x="522288" y="371913"/>
            <a:ext cx="5902263" cy="41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200"/>
              <a:buFont typeface="Arial"/>
              <a:buNone/>
              <a:defRPr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81" name="Google Shape;681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4630" y="-15394"/>
            <a:ext cx="210610" cy="6902642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682" name="Google Shape;682;p68"/>
          <p:cNvSpPr txBox="1"/>
          <p:nvPr>
            <p:ph idx="6" type="body"/>
          </p:nvPr>
        </p:nvSpPr>
        <p:spPr>
          <a:xfrm>
            <a:off x="4571772" y="2221210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F2F2F2"/>
              </a:buClr>
              <a:buSzPts val="2400"/>
              <a:buNone/>
              <a:defRPr b="1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F2F2F2"/>
              </a:buClr>
              <a:buSzPts val="1050"/>
              <a:buNone/>
              <a:defRPr b="0" i="0" sz="10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3" name="Google Shape;683;p68"/>
          <p:cNvSpPr txBox="1"/>
          <p:nvPr>
            <p:ph idx="7" type="body"/>
          </p:nvPr>
        </p:nvSpPr>
        <p:spPr>
          <a:xfrm>
            <a:off x="4571772" y="3318490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F2F2F2"/>
              </a:buClr>
              <a:buSzPts val="2400"/>
              <a:buNone/>
              <a:defRPr b="1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F2F2F2"/>
              </a:buClr>
              <a:buSzPts val="1050"/>
              <a:buNone/>
              <a:defRPr b="0" i="0" sz="10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4" name="Google Shape;684;p68"/>
          <p:cNvSpPr txBox="1"/>
          <p:nvPr>
            <p:ph idx="8" type="body"/>
          </p:nvPr>
        </p:nvSpPr>
        <p:spPr>
          <a:xfrm>
            <a:off x="4571772" y="4415770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F2F2F2"/>
              </a:buClr>
              <a:buSzPts val="2400"/>
              <a:buNone/>
              <a:defRPr b="1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F2F2F2"/>
              </a:buClr>
              <a:buSzPts val="1050"/>
              <a:buNone/>
              <a:defRPr b="0" i="0" sz="10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5" name="Google Shape;685;p68"/>
          <p:cNvSpPr txBox="1"/>
          <p:nvPr>
            <p:ph idx="9" type="body"/>
          </p:nvPr>
        </p:nvSpPr>
        <p:spPr>
          <a:xfrm>
            <a:off x="4571772" y="5513050"/>
            <a:ext cx="2516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F2F2F2"/>
              </a:buClr>
              <a:buSzPts val="2400"/>
              <a:buNone/>
              <a:defRPr b="1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F2F2F2"/>
              </a:buClr>
              <a:buSzPts val="1050"/>
              <a:buNone/>
              <a:defRPr b="0" i="0" sz="10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686" name="Google Shape;686;p68"/>
          <p:cNvCxnSpPr/>
          <p:nvPr/>
        </p:nvCxnSpPr>
        <p:spPr>
          <a:xfrm>
            <a:off x="4571772" y="4210030"/>
            <a:ext cx="2612548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7" name="Google Shape;687;p68"/>
          <p:cNvCxnSpPr/>
          <p:nvPr/>
        </p:nvCxnSpPr>
        <p:spPr>
          <a:xfrm>
            <a:off x="4571772" y="3112750"/>
            <a:ext cx="2612548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8" name="Google Shape;688;p68"/>
          <p:cNvCxnSpPr/>
          <p:nvPr/>
        </p:nvCxnSpPr>
        <p:spPr>
          <a:xfrm>
            <a:off x="4571772" y="5307310"/>
            <a:ext cx="2612548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9" name="Google Shape;689;p68"/>
          <p:cNvCxnSpPr/>
          <p:nvPr/>
        </p:nvCxnSpPr>
        <p:spPr>
          <a:xfrm>
            <a:off x="3704875" y="1890115"/>
            <a:ext cx="0" cy="4653189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eam slide 4 people" showMasterSp="0">
  <p:cSld name="1_Team slide 4 people"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12191997" cy="6858000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692" name="Google Shape;692;p69"/>
          <p:cNvSpPr txBox="1"/>
          <p:nvPr>
            <p:ph type="title"/>
          </p:nvPr>
        </p:nvSpPr>
        <p:spPr>
          <a:xfrm>
            <a:off x="524170" y="371913"/>
            <a:ext cx="11216750" cy="41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200"/>
              <a:buFont typeface="Arial"/>
              <a:buNone/>
              <a:defRPr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3" name="Google Shape;693;p69"/>
          <p:cNvSpPr txBox="1"/>
          <p:nvPr>
            <p:ph idx="1" type="body"/>
          </p:nvPr>
        </p:nvSpPr>
        <p:spPr>
          <a:xfrm>
            <a:off x="524170" y="3829722"/>
            <a:ext cx="2444941" cy="2456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200"/>
              <a:buNone/>
              <a:defRPr sz="12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2F2F2"/>
              </a:buClr>
              <a:buSzPts val="1100"/>
              <a:buNone/>
              <a:defRPr sz="1100">
                <a:solidFill>
                  <a:srgbClr val="F2F2F2"/>
                </a:solidFill>
              </a:defRPr>
            </a:lvl2pPr>
            <a:lvl3pPr indent="-295275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solidFill>
                  <a:srgbClr val="F2F2F2"/>
                </a:solidFill>
              </a:defRPr>
            </a:lvl3pPr>
            <a:lvl4pPr indent="-2921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F2F2F2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F2F2F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4" name="Google Shape;694;p69"/>
          <p:cNvSpPr txBox="1"/>
          <p:nvPr>
            <p:ph idx="2" type="body"/>
          </p:nvPr>
        </p:nvSpPr>
        <p:spPr>
          <a:xfrm>
            <a:off x="524170" y="857251"/>
            <a:ext cx="1122491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5" name="Google Shape;695;p69"/>
          <p:cNvSpPr/>
          <p:nvPr>
            <p:ph idx="3" type="pic"/>
          </p:nvPr>
        </p:nvSpPr>
        <p:spPr>
          <a:xfrm>
            <a:off x="524170" y="1538344"/>
            <a:ext cx="2444941" cy="2097741"/>
          </a:xfrm>
          <a:prstGeom prst="rect">
            <a:avLst/>
          </a:prstGeom>
          <a:noFill/>
          <a:ln>
            <a:noFill/>
          </a:ln>
        </p:spPr>
      </p:sp>
      <p:sp>
        <p:nvSpPr>
          <p:cNvPr id="696" name="Google Shape;696;p69"/>
          <p:cNvSpPr/>
          <p:nvPr>
            <p:ph idx="4" type="pic"/>
          </p:nvPr>
        </p:nvSpPr>
        <p:spPr>
          <a:xfrm>
            <a:off x="3448106" y="1538344"/>
            <a:ext cx="2444941" cy="2097741"/>
          </a:xfrm>
          <a:prstGeom prst="rect">
            <a:avLst/>
          </a:prstGeom>
          <a:noFill/>
          <a:ln>
            <a:noFill/>
          </a:ln>
        </p:spPr>
      </p:sp>
      <p:sp>
        <p:nvSpPr>
          <p:cNvPr id="697" name="Google Shape;697;p69"/>
          <p:cNvSpPr/>
          <p:nvPr>
            <p:ph idx="5" type="pic"/>
          </p:nvPr>
        </p:nvSpPr>
        <p:spPr>
          <a:xfrm>
            <a:off x="6372042" y="1538344"/>
            <a:ext cx="2444941" cy="2097741"/>
          </a:xfrm>
          <a:prstGeom prst="rect">
            <a:avLst/>
          </a:prstGeom>
          <a:noFill/>
          <a:ln>
            <a:noFill/>
          </a:ln>
        </p:spPr>
      </p:sp>
      <p:sp>
        <p:nvSpPr>
          <p:cNvPr id="698" name="Google Shape;698;p69"/>
          <p:cNvSpPr/>
          <p:nvPr>
            <p:ph idx="6" type="pic"/>
          </p:nvPr>
        </p:nvSpPr>
        <p:spPr>
          <a:xfrm>
            <a:off x="9295979" y="1538344"/>
            <a:ext cx="2444941" cy="2097741"/>
          </a:xfrm>
          <a:prstGeom prst="rect">
            <a:avLst/>
          </a:prstGeom>
          <a:noFill/>
          <a:ln>
            <a:noFill/>
          </a:ln>
        </p:spPr>
      </p:sp>
      <p:pic>
        <p:nvPicPr>
          <p:cNvPr id="699" name="Google Shape;699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4630" y="-15394"/>
            <a:ext cx="210610" cy="6902642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700" name="Google Shape;700;p69"/>
          <p:cNvSpPr txBox="1"/>
          <p:nvPr>
            <p:ph idx="7" type="body"/>
          </p:nvPr>
        </p:nvSpPr>
        <p:spPr>
          <a:xfrm>
            <a:off x="3448106" y="3829722"/>
            <a:ext cx="2444941" cy="2456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200"/>
              <a:buNone/>
              <a:defRPr sz="12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2F2F2"/>
              </a:buClr>
              <a:buSzPts val="1100"/>
              <a:buNone/>
              <a:defRPr sz="1100">
                <a:solidFill>
                  <a:srgbClr val="F2F2F2"/>
                </a:solidFill>
              </a:defRPr>
            </a:lvl2pPr>
            <a:lvl3pPr indent="-295275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solidFill>
                  <a:srgbClr val="F2F2F2"/>
                </a:solidFill>
              </a:defRPr>
            </a:lvl3pPr>
            <a:lvl4pPr indent="-2921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F2F2F2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F2F2F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1" name="Google Shape;701;p69"/>
          <p:cNvSpPr txBox="1"/>
          <p:nvPr>
            <p:ph idx="8" type="body"/>
          </p:nvPr>
        </p:nvSpPr>
        <p:spPr>
          <a:xfrm>
            <a:off x="6372042" y="3829722"/>
            <a:ext cx="2444941" cy="2456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200"/>
              <a:buNone/>
              <a:defRPr sz="12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2F2F2"/>
              </a:buClr>
              <a:buSzPts val="1100"/>
              <a:buNone/>
              <a:defRPr sz="1100">
                <a:solidFill>
                  <a:srgbClr val="F2F2F2"/>
                </a:solidFill>
              </a:defRPr>
            </a:lvl2pPr>
            <a:lvl3pPr indent="-295275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solidFill>
                  <a:srgbClr val="F2F2F2"/>
                </a:solidFill>
              </a:defRPr>
            </a:lvl3pPr>
            <a:lvl4pPr indent="-2921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F2F2F2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F2F2F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2" name="Google Shape;702;p69"/>
          <p:cNvSpPr txBox="1"/>
          <p:nvPr>
            <p:ph idx="9" type="body"/>
          </p:nvPr>
        </p:nvSpPr>
        <p:spPr>
          <a:xfrm>
            <a:off x="9295979" y="3829722"/>
            <a:ext cx="2444941" cy="2456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200"/>
              <a:buNone/>
              <a:defRPr sz="12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2F2F2"/>
              </a:buClr>
              <a:buSzPts val="1100"/>
              <a:buNone/>
              <a:defRPr sz="1100">
                <a:solidFill>
                  <a:srgbClr val="F2F2F2"/>
                </a:solidFill>
              </a:defRPr>
            </a:lvl2pPr>
            <a:lvl3pPr indent="-295275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solidFill>
                  <a:srgbClr val="F2F2F2"/>
                </a:solidFill>
              </a:defRPr>
            </a:lvl3pPr>
            <a:lvl4pPr indent="-2921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F2F2F2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rgbClr val="F2F2F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703" name="Google Shape;703;p69"/>
          <p:cNvCxnSpPr/>
          <p:nvPr/>
        </p:nvCxnSpPr>
        <p:spPr>
          <a:xfrm>
            <a:off x="3208609" y="1538344"/>
            <a:ext cx="0" cy="4748156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4" name="Google Shape;704;p69"/>
          <p:cNvCxnSpPr/>
          <p:nvPr/>
        </p:nvCxnSpPr>
        <p:spPr>
          <a:xfrm>
            <a:off x="6132545" y="1538344"/>
            <a:ext cx="0" cy="4748156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5" name="Google Shape;705;p69"/>
          <p:cNvCxnSpPr/>
          <p:nvPr/>
        </p:nvCxnSpPr>
        <p:spPr>
          <a:xfrm>
            <a:off x="9056481" y="1538344"/>
            <a:ext cx="0" cy="4748156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eam slide 5 people" showMasterSp="0">
  <p:cSld name="1_Team slide 5 people"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7" name="Google Shape;707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12191997" cy="6858000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708" name="Google Shape;708;p70"/>
          <p:cNvSpPr txBox="1"/>
          <p:nvPr>
            <p:ph type="title"/>
          </p:nvPr>
        </p:nvSpPr>
        <p:spPr>
          <a:xfrm>
            <a:off x="524170" y="371913"/>
            <a:ext cx="11216750" cy="41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200"/>
              <a:buFont typeface="Arial"/>
              <a:buNone/>
              <a:defRPr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9" name="Google Shape;709;p70"/>
          <p:cNvSpPr txBox="1"/>
          <p:nvPr>
            <p:ph idx="1" type="body"/>
          </p:nvPr>
        </p:nvSpPr>
        <p:spPr>
          <a:xfrm>
            <a:off x="524171" y="3829722"/>
            <a:ext cx="1848940" cy="2456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200"/>
              <a:buNone/>
              <a:defRPr sz="12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2F2F2"/>
              </a:buClr>
              <a:buSzPts val="1100"/>
              <a:buNone/>
              <a:defRPr sz="1100">
                <a:solidFill>
                  <a:srgbClr val="F2F2F2"/>
                </a:solidFill>
              </a:defRPr>
            </a:lvl2pPr>
            <a:lvl3pPr indent="-295275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Char char="•"/>
              <a:defRPr sz="1050">
                <a:solidFill>
                  <a:srgbClr val="F2F2F2"/>
                </a:solidFill>
              </a:defRPr>
            </a:lvl3pPr>
            <a:lvl4pPr indent="-2921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000"/>
              <a:buChar char="•"/>
              <a:defRPr sz="1000">
                <a:solidFill>
                  <a:srgbClr val="F2F2F2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000"/>
              <a:buChar char="•"/>
              <a:defRPr sz="1000">
                <a:solidFill>
                  <a:srgbClr val="F2F2F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0" name="Google Shape;710;p70"/>
          <p:cNvSpPr txBox="1"/>
          <p:nvPr>
            <p:ph idx="2" type="body"/>
          </p:nvPr>
        </p:nvSpPr>
        <p:spPr>
          <a:xfrm>
            <a:off x="524170" y="857251"/>
            <a:ext cx="1122491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1" name="Google Shape;711;p70"/>
          <p:cNvSpPr/>
          <p:nvPr>
            <p:ph idx="3" type="pic"/>
          </p:nvPr>
        </p:nvSpPr>
        <p:spPr>
          <a:xfrm>
            <a:off x="524170" y="1538344"/>
            <a:ext cx="1848943" cy="2097741"/>
          </a:xfrm>
          <a:prstGeom prst="rect">
            <a:avLst/>
          </a:prstGeom>
          <a:noFill/>
          <a:ln>
            <a:noFill/>
          </a:ln>
        </p:spPr>
      </p:sp>
      <p:sp>
        <p:nvSpPr>
          <p:cNvPr id="712" name="Google Shape;712;p70"/>
          <p:cNvSpPr/>
          <p:nvPr>
            <p:ph idx="4" type="pic"/>
          </p:nvPr>
        </p:nvSpPr>
        <p:spPr>
          <a:xfrm>
            <a:off x="2868163" y="1538344"/>
            <a:ext cx="1848943" cy="2097741"/>
          </a:xfrm>
          <a:prstGeom prst="rect">
            <a:avLst/>
          </a:prstGeom>
          <a:noFill/>
          <a:ln>
            <a:noFill/>
          </a:ln>
        </p:spPr>
      </p:sp>
      <p:sp>
        <p:nvSpPr>
          <p:cNvPr id="713" name="Google Shape;713;p70"/>
          <p:cNvSpPr/>
          <p:nvPr>
            <p:ph idx="5" type="pic"/>
          </p:nvPr>
        </p:nvSpPr>
        <p:spPr>
          <a:xfrm>
            <a:off x="5212156" y="1538344"/>
            <a:ext cx="1848943" cy="2097741"/>
          </a:xfrm>
          <a:prstGeom prst="rect">
            <a:avLst/>
          </a:prstGeom>
          <a:noFill/>
          <a:ln>
            <a:noFill/>
          </a:ln>
        </p:spPr>
      </p:sp>
      <p:sp>
        <p:nvSpPr>
          <p:cNvPr id="714" name="Google Shape;714;p70"/>
          <p:cNvSpPr/>
          <p:nvPr>
            <p:ph idx="6" type="pic"/>
          </p:nvPr>
        </p:nvSpPr>
        <p:spPr>
          <a:xfrm>
            <a:off x="7556149" y="1538344"/>
            <a:ext cx="1848943" cy="2097741"/>
          </a:xfrm>
          <a:prstGeom prst="rect">
            <a:avLst/>
          </a:prstGeom>
          <a:noFill/>
          <a:ln>
            <a:noFill/>
          </a:ln>
        </p:spPr>
      </p:sp>
      <p:pic>
        <p:nvPicPr>
          <p:cNvPr id="715" name="Google Shape;715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4630" y="-15394"/>
            <a:ext cx="210610" cy="6902642"/>
          </a:xfrm>
          <a:custGeom>
            <a:rect b="b" l="l" r="r" t="t"/>
            <a:pathLst>
              <a:path extrusionOk="0" h="6940296" w="12286488">
                <a:moveTo>
                  <a:pt x="-1053" y="-597"/>
                </a:moveTo>
                <a:lnTo>
                  <a:pt x="12285435" y="-597"/>
                </a:lnTo>
                <a:lnTo>
                  <a:pt x="12285435" y="6939699"/>
                </a:lnTo>
                <a:lnTo>
                  <a:pt x="-1053" y="693969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716" name="Google Shape;716;p70"/>
          <p:cNvSpPr/>
          <p:nvPr>
            <p:ph idx="7" type="pic"/>
          </p:nvPr>
        </p:nvSpPr>
        <p:spPr>
          <a:xfrm>
            <a:off x="9900145" y="1538344"/>
            <a:ext cx="1848943" cy="2097741"/>
          </a:xfrm>
          <a:prstGeom prst="rect">
            <a:avLst/>
          </a:prstGeom>
          <a:noFill/>
          <a:ln>
            <a:noFill/>
          </a:ln>
        </p:spPr>
      </p:sp>
      <p:sp>
        <p:nvSpPr>
          <p:cNvPr id="717" name="Google Shape;717;p70"/>
          <p:cNvSpPr txBox="1"/>
          <p:nvPr>
            <p:ph idx="8" type="body"/>
          </p:nvPr>
        </p:nvSpPr>
        <p:spPr>
          <a:xfrm>
            <a:off x="2868163" y="3829722"/>
            <a:ext cx="1848940" cy="2456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200"/>
              <a:buNone/>
              <a:defRPr sz="12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2F2F2"/>
              </a:buClr>
              <a:buSzPts val="1100"/>
              <a:buNone/>
              <a:defRPr sz="1100">
                <a:solidFill>
                  <a:srgbClr val="F2F2F2"/>
                </a:solidFill>
              </a:defRPr>
            </a:lvl2pPr>
            <a:lvl3pPr indent="-295275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Char char="•"/>
              <a:defRPr sz="1050">
                <a:solidFill>
                  <a:srgbClr val="F2F2F2"/>
                </a:solidFill>
              </a:defRPr>
            </a:lvl3pPr>
            <a:lvl4pPr indent="-2921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000"/>
              <a:buChar char="•"/>
              <a:defRPr sz="1000">
                <a:solidFill>
                  <a:srgbClr val="F2F2F2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000"/>
              <a:buChar char="•"/>
              <a:defRPr sz="1000">
                <a:solidFill>
                  <a:srgbClr val="F2F2F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8" name="Google Shape;718;p70"/>
          <p:cNvSpPr txBox="1"/>
          <p:nvPr>
            <p:ph idx="9" type="body"/>
          </p:nvPr>
        </p:nvSpPr>
        <p:spPr>
          <a:xfrm>
            <a:off x="5212156" y="3829722"/>
            <a:ext cx="1848940" cy="2456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200"/>
              <a:buNone/>
              <a:defRPr sz="12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2F2F2"/>
              </a:buClr>
              <a:buSzPts val="1100"/>
              <a:buNone/>
              <a:defRPr sz="1100">
                <a:solidFill>
                  <a:srgbClr val="F2F2F2"/>
                </a:solidFill>
              </a:defRPr>
            </a:lvl2pPr>
            <a:lvl3pPr indent="-295275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Char char="•"/>
              <a:defRPr sz="1050">
                <a:solidFill>
                  <a:srgbClr val="F2F2F2"/>
                </a:solidFill>
              </a:defRPr>
            </a:lvl3pPr>
            <a:lvl4pPr indent="-2921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000"/>
              <a:buChar char="•"/>
              <a:defRPr sz="1000">
                <a:solidFill>
                  <a:srgbClr val="F2F2F2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000"/>
              <a:buChar char="•"/>
              <a:defRPr sz="1000">
                <a:solidFill>
                  <a:srgbClr val="F2F2F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9" name="Google Shape;719;p70"/>
          <p:cNvSpPr txBox="1"/>
          <p:nvPr>
            <p:ph idx="13" type="body"/>
          </p:nvPr>
        </p:nvSpPr>
        <p:spPr>
          <a:xfrm>
            <a:off x="7556149" y="3829722"/>
            <a:ext cx="1848940" cy="2456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200"/>
              <a:buNone/>
              <a:defRPr sz="12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2F2F2"/>
              </a:buClr>
              <a:buSzPts val="1100"/>
              <a:buNone/>
              <a:defRPr sz="1100">
                <a:solidFill>
                  <a:srgbClr val="F2F2F2"/>
                </a:solidFill>
              </a:defRPr>
            </a:lvl2pPr>
            <a:lvl3pPr indent="-295275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Char char="•"/>
              <a:defRPr sz="1050">
                <a:solidFill>
                  <a:srgbClr val="F2F2F2"/>
                </a:solidFill>
              </a:defRPr>
            </a:lvl3pPr>
            <a:lvl4pPr indent="-2921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000"/>
              <a:buChar char="•"/>
              <a:defRPr sz="1000">
                <a:solidFill>
                  <a:srgbClr val="F2F2F2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000"/>
              <a:buChar char="•"/>
              <a:defRPr sz="1000">
                <a:solidFill>
                  <a:srgbClr val="F2F2F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0" name="Google Shape;720;p70"/>
          <p:cNvSpPr txBox="1"/>
          <p:nvPr>
            <p:ph idx="14" type="body"/>
          </p:nvPr>
        </p:nvSpPr>
        <p:spPr>
          <a:xfrm>
            <a:off x="9900145" y="3829722"/>
            <a:ext cx="1848940" cy="2456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200"/>
              <a:buNone/>
              <a:defRPr sz="12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2F2F2"/>
              </a:buClr>
              <a:buSzPts val="1100"/>
              <a:buNone/>
              <a:defRPr sz="1100">
                <a:solidFill>
                  <a:srgbClr val="F2F2F2"/>
                </a:solidFill>
              </a:defRPr>
            </a:lvl2pPr>
            <a:lvl3pPr indent="-295275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Char char="•"/>
              <a:defRPr sz="1050">
                <a:solidFill>
                  <a:srgbClr val="F2F2F2"/>
                </a:solidFill>
              </a:defRPr>
            </a:lvl3pPr>
            <a:lvl4pPr indent="-2921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000"/>
              <a:buChar char="•"/>
              <a:defRPr sz="1000">
                <a:solidFill>
                  <a:srgbClr val="F2F2F2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000"/>
              <a:buChar char="•"/>
              <a:defRPr sz="1000">
                <a:solidFill>
                  <a:srgbClr val="F2F2F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721" name="Google Shape;721;p70"/>
          <p:cNvCxnSpPr/>
          <p:nvPr/>
        </p:nvCxnSpPr>
        <p:spPr>
          <a:xfrm>
            <a:off x="2620638" y="1538344"/>
            <a:ext cx="0" cy="4748156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2" name="Google Shape;722;p70"/>
          <p:cNvCxnSpPr/>
          <p:nvPr/>
        </p:nvCxnSpPr>
        <p:spPr>
          <a:xfrm>
            <a:off x="4964631" y="1538344"/>
            <a:ext cx="0" cy="4748156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3" name="Google Shape;723;p70"/>
          <p:cNvCxnSpPr/>
          <p:nvPr/>
        </p:nvCxnSpPr>
        <p:spPr>
          <a:xfrm>
            <a:off x="7308624" y="1538344"/>
            <a:ext cx="0" cy="4748156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4" name="Google Shape;724;p70"/>
          <p:cNvCxnSpPr/>
          <p:nvPr/>
        </p:nvCxnSpPr>
        <p:spPr>
          <a:xfrm>
            <a:off x="9652617" y="1538344"/>
            <a:ext cx="0" cy="4748156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2"/>
          <p:cNvSpPr txBox="1"/>
          <p:nvPr>
            <p:ph type="title"/>
          </p:nvPr>
        </p:nvSpPr>
        <p:spPr>
          <a:xfrm>
            <a:off x="524170" y="371913"/>
            <a:ext cx="11216750" cy="41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" type="body"/>
          </p:nvPr>
        </p:nvSpPr>
        <p:spPr>
          <a:xfrm>
            <a:off x="524169" y="1469572"/>
            <a:ext cx="11216751" cy="481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921190" y="6566624"/>
            <a:ext cx="7819730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913">
          <p15:clr>
            <a:srgbClr val="F26B43"/>
          </p15:clr>
        </p15:guide>
        <p15:guide id="2" pos="7401">
          <p15:clr>
            <a:srgbClr val="F26B43"/>
          </p15:clr>
        </p15:guide>
        <p15:guide id="3" orient="horz" pos="3960">
          <p15:clr>
            <a:srgbClr val="F26B43"/>
          </p15:clr>
        </p15:guide>
        <p15:guide id="4" pos="329">
          <p15:clr>
            <a:srgbClr val="F26B43"/>
          </p15:clr>
        </p15:guide>
        <p15:guide id="5" orient="horz" pos="77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3.png"/><Relationship Id="rId6" Type="http://schemas.openxmlformats.org/officeDocument/2006/relationships/image" Target="../media/image3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1"/>
          <p:cNvSpPr txBox="1"/>
          <p:nvPr>
            <p:ph idx="1" type="subTitle"/>
          </p:nvPr>
        </p:nvSpPr>
        <p:spPr>
          <a:xfrm>
            <a:off x="3714750" y="6084889"/>
            <a:ext cx="7410450" cy="601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 sz="1600">
                <a:solidFill>
                  <a:schemeClr val="lt1"/>
                </a:solidFill>
                <a:highlight>
                  <a:srgbClr val="303030"/>
                </a:highlight>
              </a:rPr>
              <a:t>DP World Hackathon | AI-Powered Trade Document Reconciliation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730" name="Google Shape;730;p1"/>
          <p:cNvSpPr txBox="1"/>
          <p:nvPr>
            <p:ph type="ctrTitle"/>
          </p:nvPr>
        </p:nvSpPr>
        <p:spPr>
          <a:xfrm>
            <a:off x="3714750" y="4419600"/>
            <a:ext cx="7391400" cy="14991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</a:pPr>
            <a:r>
              <a:rPr lang="en-US"/>
              <a:t>PROTOTYPE PIRATES</a:t>
            </a:r>
            <a:endParaRPr/>
          </a:p>
        </p:txBody>
      </p:sp>
      <p:sp>
        <p:nvSpPr>
          <p:cNvPr id="731" name="Google Shape;731;p1"/>
          <p:cNvSpPr txBox="1"/>
          <p:nvPr>
            <p:ph idx="4294967295" type="sldNum"/>
          </p:nvPr>
        </p:nvSpPr>
        <p:spPr>
          <a:xfrm>
            <a:off x="8610600" y="87947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plant, tree&#10;&#10;Description automatically generated" id="732" name="Google Shape;732;p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4135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2"/>
          <p:cNvSpPr txBox="1"/>
          <p:nvPr>
            <p:ph idx="1" type="body"/>
          </p:nvPr>
        </p:nvSpPr>
        <p:spPr>
          <a:xfrm>
            <a:off x="524170" y="679093"/>
            <a:ext cx="11670741" cy="867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br>
              <a:rPr b="1" lang="en-US"/>
            </a:br>
            <a:r>
              <a:rPr b="1" lang="en-US"/>
              <a:t> </a:t>
            </a:r>
            <a:r>
              <a:rPr i="1" lang="en-US"/>
              <a:t>An Intelligent Document Reconciliation System for Seamless Global Trade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i="1"/>
          </a:p>
        </p:txBody>
      </p:sp>
      <p:sp>
        <p:nvSpPr>
          <p:cNvPr id="738" name="Google Shape;738;p2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9" name="Google Shape;739;p2"/>
          <p:cNvSpPr txBox="1"/>
          <p:nvPr>
            <p:ph type="title"/>
          </p:nvPr>
        </p:nvSpPr>
        <p:spPr>
          <a:xfrm>
            <a:off x="524170" y="371913"/>
            <a:ext cx="11216750" cy="41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TRINITY AI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2"/>
          <p:cNvSpPr txBox="1"/>
          <p:nvPr/>
        </p:nvSpPr>
        <p:spPr>
          <a:xfrm>
            <a:off x="528922" y="1453540"/>
            <a:ext cx="6127315" cy="1846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INTRODUCTION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2"/>
          <p:cNvSpPr txBox="1"/>
          <p:nvPr/>
        </p:nvSpPr>
        <p:spPr>
          <a:xfrm>
            <a:off x="526675" y="2239180"/>
            <a:ext cx="6096000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​Hari Charan Vemuganti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Rajasekhar Vedula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Vojasvin Pidugu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Likhith Reddy Bedadhala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Venkata Virat Vallabhaneni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3"/>
          <p:cNvSpPr txBox="1"/>
          <p:nvPr>
            <p:ph idx="1" type="body"/>
          </p:nvPr>
        </p:nvSpPr>
        <p:spPr>
          <a:xfrm>
            <a:off x="524170" y="857251"/>
            <a:ext cx="1122491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400"/>
              <a:buNone/>
            </a:pPr>
            <a:r>
              <a:rPr b="1" lang="en-US" sz="2400">
                <a:solidFill>
                  <a:srgbClr val="F2F2F2"/>
                </a:solidFill>
              </a:rPr>
              <a:t>Document Mismatch in Global Trade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 b="1"/>
          </a:p>
        </p:txBody>
      </p:sp>
      <p:sp>
        <p:nvSpPr>
          <p:cNvPr id="747" name="Google Shape;747;p3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8" name="Google Shape;748;p3"/>
          <p:cNvSpPr txBox="1"/>
          <p:nvPr>
            <p:ph type="title"/>
          </p:nvPr>
        </p:nvSpPr>
        <p:spPr>
          <a:xfrm>
            <a:off x="524170" y="371913"/>
            <a:ext cx="11216750" cy="41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749" name="Google Shape;749;p3"/>
          <p:cNvSpPr txBox="1"/>
          <p:nvPr>
            <p:ph idx="2" type="body"/>
          </p:nvPr>
        </p:nvSpPr>
        <p:spPr>
          <a:xfrm>
            <a:off x="524170" y="1449388"/>
            <a:ext cx="10138388" cy="4837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</a:pPr>
            <a:r>
              <a:rPr b="1" lang="en-US"/>
              <a:t>International shipments depend on three key documents:</a:t>
            </a:r>
            <a:endParaRPr b="1"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Char char="•"/>
            </a:pPr>
            <a:r>
              <a:rPr lang="en-US"/>
              <a:t>Commercial Invoice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Char char="•"/>
            </a:pPr>
            <a:r>
              <a:rPr lang="en-US"/>
              <a:t>Packing List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Char char="•"/>
            </a:pPr>
            <a:r>
              <a:rPr lang="en-US"/>
              <a:t>Bill of Lading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</a:pPr>
            <a:r>
              <a:rPr lang="en-US"/>
              <a:t>These are created by different stakeholders, leading to </a:t>
            </a:r>
            <a:r>
              <a:rPr b="1" lang="en-US"/>
              <a:t>data inconsistencies</a:t>
            </a:r>
            <a:r>
              <a:rPr lang="en-US"/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</a:pPr>
            <a:r>
              <a:rPr b="1" lang="en-US"/>
              <a:t>Key Challenges: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Char char="•"/>
            </a:pPr>
            <a:r>
              <a:rPr lang="en-US"/>
              <a:t>Manual document verification is slow and error-prone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Char char="•"/>
            </a:pPr>
            <a:r>
              <a:rPr lang="en-US"/>
              <a:t>Even small mismatches cause shipment delays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Char char="•"/>
            </a:pPr>
            <a:r>
              <a:rPr lang="en-US"/>
              <a:t>Lack of real-time validation before customs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</a:pPr>
            <a:r>
              <a:rPr b="1" lang="en-US"/>
              <a:t>Impact: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Char char="•"/>
            </a:pPr>
            <a:r>
              <a:rPr lang="en-US"/>
              <a:t>Up to </a:t>
            </a:r>
            <a:r>
              <a:rPr b="1" lang="en-US"/>
              <a:t>60% of delays caused by document errors</a:t>
            </a:r>
            <a:r>
              <a:rPr lang="en-US"/>
              <a:t>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Char char="•"/>
            </a:pPr>
            <a:r>
              <a:rPr lang="en-US"/>
              <a:t>Shipments stuck for days at ports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Char char="•"/>
            </a:pPr>
            <a:r>
              <a:rPr lang="en-US"/>
              <a:t>Increased costs, penalties, and operational inefficiencies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4"/>
          <p:cNvSpPr txBox="1"/>
          <p:nvPr>
            <p:ph idx="1" type="body"/>
          </p:nvPr>
        </p:nvSpPr>
        <p:spPr>
          <a:xfrm>
            <a:off x="503294" y="1158993"/>
            <a:ext cx="11446623" cy="506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lang="en-US" sz="2800"/>
              <a:t>TrinityAI:  AI-Powered Cross-Validator Agent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600"/>
              <a:buNone/>
            </a:pPr>
            <a:r>
              <a:t/>
            </a:r>
            <a:endParaRPr b="1" sz="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/>
              <a:t>We propose an intelligent system that: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/>
              <a:t>Extracts key data from documents using AI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/>
              <a:t>Compares data across all three documents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/>
              <a:t>Detects mismatches instantly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/>
              <a:t>Suggests corrections before shipment arrival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</a:pPr>
            <a:r>
              <a:t/>
            </a:r>
            <a:endParaRPr sz="7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/>
              <a:t>Result: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/>
              <a:t>Faster customs clearance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/>
              <a:t>Reduced manual effort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/>
              <a:t>Error-free documentation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755" name="Google Shape;755;p4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6" name="Google Shape;756;p4"/>
          <p:cNvSpPr txBox="1"/>
          <p:nvPr>
            <p:ph type="title"/>
          </p:nvPr>
        </p:nvSpPr>
        <p:spPr>
          <a:xfrm>
            <a:off x="524170" y="371913"/>
            <a:ext cx="11216750" cy="41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/>
              <a:t>PROPOSED SOLUTION/SOLUTION OVERVIEW</a:t>
            </a:r>
            <a:endParaRPr/>
          </a:p>
        </p:txBody>
      </p:sp>
      <p:sp>
        <p:nvSpPr>
          <p:cNvPr id="757" name="Google Shape;757;p4"/>
          <p:cNvSpPr txBox="1"/>
          <p:nvPr/>
        </p:nvSpPr>
        <p:spPr>
          <a:xfrm>
            <a:off x="676570" y="1009651"/>
            <a:ext cx="1143541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5"/>
          <p:cNvSpPr txBox="1"/>
          <p:nvPr>
            <p:ph idx="1" type="body"/>
          </p:nvPr>
        </p:nvSpPr>
        <p:spPr>
          <a:xfrm>
            <a:off x="524171" y="860886"/>
            <a:ext cx="11446623" cy="5704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b="1" lang="en-US" sz="1400"/>
              <a:t>Step 1: Intelligent Data Extraction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/>
              <a:t>Uses OCR + NLP to extract key fields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/>
              <a:t>Works with PDFs, scans, and images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b="1" lang="en-US" sz="1400"/>
              <a:t>Step 2: Triple-Match Reconciliation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lang="en-US" sz="1400"/>
              <a:t>Compares: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lang="en-US" sz="1400"/>
              <a:t>Weight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lang="en-US" sz="1400"/>
              <a:t>Quantity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lang="en-US" sz="1400"/>
              <a:t>Container details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lang="en-US" sz="1400"/>
              <a:t>Shipper/Consignee info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b="1" lang="en-US" sz="1400"/>
              <a:t>Step 3: Compliance Validation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lang="en-US" sz="1400"/>
              <a:t>Predicts correct HS Code from product description </a:t>
            </a:r>
            <a:endParaRPr sz="1400"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lang="en-US" sz="1400"/>
              <a:t>Checks latest trade regulations and requirements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b="1" lang="en-US" sz="1400"/>
              <a:t>Step 4: Anomaly Detection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/>
              <a:t>Detects unusual pricing or quantity mismatches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/>
              <a:t>Flags fraud risks and sanction-listed entities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b="1" lang="en-US" sz="1400"/>
              <a:t>Step 5: Action &amp; Feedback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lang="en-US" sz="1400"/>
              <a:t>Sends instant alerts for detected errors </a:t>
            </a:r>
            <a:endParaRPr sz="1400"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lang="en-US" sz="1400"/>
              <a:t>Suggests corrections for pre-arrival clearance</a:t>
            </a:r>
            <a:endParaRPr/>
          </a:p>
          <a:p>
            <a:pPr indent="-1968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t/>
            </a:r>
            <a:endParaRPr b="1" sz="1400"/>
          </a:p>
        </p:txBody>
      </p:sp>
      <p:sp>
        <p:nvSpPr>
          <p:cNvPr id="763" name="Google Shape;763;p5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4" name="Google Shape;764;p5"/>
          <p:cNvSpPr txBox="1"/>
          <p:nvPr>
            <p:ph type="title"/>
          </p:nvPr>
        </p:nvSpPr>
        <p:spPr>
          <a:xfrm>
            <a:off x="524170" y="371913"/>
            <a:ext cx="11216750" cy="41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/>
              <a:t>SOLUTION ARCHITECTURE</a:t>
            </a:r>
            <a:endParaRPr/>
          </a:p>
        </p:txBody>
      </p:sp>
      <p:sp>
        <p:nvSpPr>
          <p:cNvPr id="765" name="Google Shape;765;p5"/>
          <p:cNvSpPr txBox="1"/>
          <p:nvPr/>
        </p:nvSpPr>
        <p:spPr>
          <a:xfrm>
            <a:off x="676570" y="1009651"/>
            <a:ext cx="1143541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1" name="Google Shape;771;p6"/>
          <p:cNvSpPr txBox="1"/>
          <p:nvPr>
            <p:ph type="title"/>
          </p:nvPr>
        </p:nvSpPr>
        <p:spPr>
          <a:xfrm>
            <a:off x="524170" y="371913"/>
            <a:ext cx="11216750" cy="41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/>
              <a:t>TECHNOLOGY STACK</a:t>
            </a:r>
            <a:endParaRPr/>
          </a:p>
        </p:txBody>
      </p:sp>
      <p:sp>
        <p:nvSpPr>
          <p:cNvPr id="772" name="Google Shape;772;p6"/>
          <p:cNvSpPr txBox="1"/>
          <p:nvPr>
            <p:ph idx="1" type="body"/>
          </p:nvPr>
        </p:nvSpPr>
        <p:spPr>
          <a:xfrm>
            <a:off x="524170" y="1092575"/>
            <a:ext cx="11659535" cy="4678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/>
              <a:t>Backend:</a:t>
            </a:r>
            <a:endParaRPr b="1"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/>
              <a:t>Python (FastAPI)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/>
              <a:t>AI/ML: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/>
              <a:t>OCR: Tesseract / Textract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/>
              <a:t>NLP: spaCy / Transformers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/>
              <a:t>Data Processing: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/>
              <a:t>Fuzzy Matching Algorithms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/>
              <a:t>Unit Normalization Engine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/>
              <a:t>Frontend: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/>
              <a:t>React Dashboard (Validation + Visualization)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/>
              <a:t>Database</a:t>
            </a:r>
            <a:r>
              <a:rPr lang="en-US"/>
              <a:t>: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/>
              <a:t>MongoDB / PostgreSQL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7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8" name="Google Shape;778;p7"/>
          <p:cNvSpPr txBox="1"/>
          <p:nvPr>
            <p:ph type="title"/>
          </p:nvPr>
        </p:nvSpPr>
        <p:spPr>
          <a:xfrm>
            <a:off x="524170" y="371913"/>
            <a:ext cx="11216750" cy="41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/>
              <a:t>BASIC PROTOTYPE</a:t>
            </a:r>
            <a:endParaRPr/>
          </a:p>
        </p:txBody>
      </p:sp>
      <p:pic>
        <p:nvPicPr>
          <p:cNvPr id="779" name="Google Shape;77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170" y="1053520"/>
            <a:ext cx="3151718" cy="1773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3121" y="1049281"/>
            <a:ext cx="3283911" cy="1773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1" name="Google Shape;78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48585" y="3806569"/>
            <a:ext cx="3312468" cy="1875537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7"/>
          <p:cNvSpPr txBox="1"/>
          <p:nvPr/>
        </p:nvSpPr>
        <p:spPr>
          <a:xfrm>
            <a:off x="5185314" y="2892433"/>
            <a:ext cx="3151718" cy="9002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– 2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Upload Document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Allows the user to upload a PDF document (like invoice, bill of lading, etc.) into the system.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7"/>
          <p:cNvSpPr txBox="1"/>
          <p:nvPr/>
        </p:nvSpPr>
        <p:spPr>
          <a:xfrm>
            <a:off x="524170" y="2892433"/>
            <a:ext cx="3151718" cy="1061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– 1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Page Load (UI Initialization)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application interface loads and displays the document processing dashboard.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4" name="Google Shape;78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91625" y="3858234"/>
            <a:ext cx="3396544" cy="1772205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7"/>
          <p:cNvSpPr txBox="1"/>
          <p:nvPr/>
        </p:nvSpPr>
        <p:spPr>
          <a:xfrm>
            <a:off x="7091625" y="5770034"/>
            <a:ext cx="3396544" cy="1061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– 3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Automated Document Processing Pipeline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backend automatically processes the document by extracting text using OCR, identifying the document type, and retrieving key information as structured data.</a:t>
            </a:r>
            <a:endParaRPr/>
          </a:p>
        </p:txBody>
      </p:sp>
      <p:sp>
        <p:nvSpPr>
          <p:cNvPr id="786" name="Google Shape;786;p7"/>
          <p:cNvSpPr txBox="1"/>
          <p:nvPr/>
        </p:nvSpPr>
        <p:spPr>
          <a:xfrm>
            <a:off x="1387548" y="5770033"/>
            <a:ext cx="3312468" cy="1061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– 4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Screen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system displays the extracted data in a structured format, performs validation to ensure accuracy, and provides the final output for further use.</a:t>
            </a:r>
            <a:endParaRPr/>
          </a:p>
        </p:txBody>
      </p:sp>
      <p:cxnSp>
        <p:nvCxnSpPr>
          <p:cNvPr id="787" name="Google Shape;787;p7"/>
          <p:cNvCxnSpPr>
            <a:stCxn id="780" idx="3"/>
            <a:endCxn id="784" idx="3"/>
          </p:cNvCxnSpPr>
          <p:nvPr/>
        </p:nvCxnSpPr>
        <p:spPr>
          <a:xfrm>
            <a:off x="8337032" y="1935959"/>
            <a:ext cx="2151000" cy="2808300"/>
          </a:xfrm>
          <a:prstGeom prst="bentConnector3">
            <a:avLst>
              <a:gd fmla="val 110634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788" name="Google Shape;788;p7"/>
          <p:cNvCxnSpPr>
            <a:stCxn id="784" idx="1"/>
            <a:endCxn id="781" idx="3"/>
          </p:cNvCxnSpPr>
          <p:nvPr/>
        </p:nvCxnSpPr>
        <p:spPr>
          <a:xfrm rot="10800000">
            <a:off x="4760925" y="4744337"/>
            <a:ext cx="2330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789" name="Google Shape;789;p7"/>
          <p:cNvCxnSpPr>
            <a:endCxn id="780" idx="1"/>
          </p:cNvCxnSpPr>
          <p:nvPr/>
        </p:nvCxnSpPr>
        <p:spPr>
          <a:xfrm>
            <a:off x="3675821" y="1935959"/>
            <a:ext cx="1377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8"/>
          <p:cNvSpPr txBox="1"/>
          <p:nvPr>
            <p:ph idx="1" type="body"/>
          </p:nvPr>
        </p:nvSpPr>
        <p:spPr>
          <a:xfrm>
            <a:off x="524170" y="1171016"/>
            <a:ext cx="11681946" cy="5328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b="1" lang="en-US" sz="2000"/>
              <a:t>Industry Context: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/>
              <a:t>Global trade heavily document-driven </a:t>
            </a:r>
            <a:endParaRPr sz="2000"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/>
              <a:t>High dependency on manual verification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b="1" lang="en-US" sz="2000"/>
              <a:t>Target Users: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/>
              <a:t>Customs brokers </a:t>
            </a:r>
            <a:endParaRPr sz="2000"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/>
              <a:t>Freight forwarders </a:t>
            </a:r>
            <a:endParaRPr sz="2000"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/>
              <a:t>Warehouse operators </a:t>
            </a:r>
            <a:endParaRPr sz="2000"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/>
              <a:t>Export/import companies 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b="1" lang="en-US" sz="2000"/>
              <a:t>Market Opportunity: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/>
              <a:t>Large-scale adoption across global logistics ecosystem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795" name="Google Shape;795;p8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6" name="Google Shape;796;p8"/>
          <p:cNvSpPr txBox="1"/>
          <p:nvPr>
            <p:ph type="title"/>
          </p:nvPr>
        </p:nvSpPr>
        <p:spPr>
          <a:xfrm>
            <a:off x="524170" y="371913"/>
            <a:ext cx="11216750" cy="41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/>
              <a:t>MARKET ANALYSIS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9"/>
          <p:cNvSpPr txBox="1"/>
          <p:nvPr>
            <p:ph idx="1" type="body"/>
          </p:nvPr>
        </p:nvSpPr>
        <p:spPr>
          <a:xfrm>
            <a:off x="524170" y="857251"/>
            <a:ext cx="1143541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/>
              <a:t>Cost Estimate (MVP Development)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/>
              <a:t>Development &amp; AI integration: </a:t>
            </a:r>
            <a:r>
              <a:rPr b="1" lang="en-US"/>
              <a:t>₹3–5 Lakhs</a:t>
            </a:r>
            <a:r>
              <a:rPr lang="en-US"/>
              <a:t>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/>
              <a:t>Cloud &amp; API costs (annual): </a:t>
            </a:r>
            <a:r>
              <a:rPr b="1" lang="en-US"/>
              <a:t>₹1–2 Lakhs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/>
              <a:t>Savings &amp; Benefits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/>
              <a:t> 50–70% reduction in document-related delays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/>
              <a:t> 30–40% reduction in penalties &amp; manual processing costs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/>
              <a:t>Operational Impact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/>
              <a:t>Faster customs clearance (</a:t>
            </a:r>
            <a:r>
              <a:rPr b="1" lang="en-US"/>
              <a:t>days → hours</a:t>
            </a:r>
            <a:r>
              <a:rPr lang="en-US"/>
              <a:t>)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/>
              <a:t>Increased shipment throughput for ports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/>
              <a:t>Value for DP World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/>
              <a:t>Reduced congestion at terminals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/>
              <a:t>Improved efficiency &amp; customer satisfaction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802" name="Google Shape;802;p9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3" name="Google Shape;803;p9"/>
          <p:cNvSpPr txBox="1"/>
          <p:nvPr>
            <p:ph type="title"/>
          </p:nvPr>
        </p:nvSpPr>
        <p:spPr>
          <a:xfrm>
            <a:off x="524170" y="371913"/>
            <a:ext cx="11216750" cy="41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/>
              <a:t>BUSINESS CASE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10"/>
          <p:cNvSpPr txBox="1"/>
          <p:nvPr>
            <p:ph idx="1" type="body"/>
          </p:nvPr>
        </p:nvSpPr>
        <p:spPr>
          <a:xfrm>
            <a:off x="524170" y="1103781"/>
            <a:ext cx="11569888" cy="4118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b="1" lang="en-US" sz="2000"/>
              <a:t>What Makes Our Solution Unique:</a:t>
            </a:r>
            <a:endParaRPr sz="2000"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/>
              <a:t>Triple-document reconciliation (not just single document AI)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/>
              <a:t>Proactive error correction before arrival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/>
              <a:t>Integrated compliance + fraud detection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/>
              <a:t>Real-time feedback system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b="1" lang="en-US" sz="2000"/>
              <a:t>Sustainability Impact:</a:t>
            </a:r>
            <a:endParaRPr b="1" sz="2000"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/>
              <a:t>Reduced waiting time at ports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/>
              <a:t>Lower fuel consumption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/>
              <a:t>Reduced carbon emissions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809" name="Google Shape;809;p10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0" name="Google Shape;810;p10"/>
          <p:cNvSpPr txBox="1"/>
          <p:nvPr>
            <p:ph type="title"/>
          </p:nvPr>
        </p:nvSpPr>
        <p:spPr>
          <a:xfrm>
            <a:off x="524170" y="371913"/>
            <a:ext cx="11216750" cy="41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/>
              <a:t>INNOVATIVE ASPECTS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11"/>
          <p:cNvSpPr txBox="1"/>
          <p:nvPr>
            <p:ph idx="12" type="sldNum"/>
          </p:nvPr>
        </p:nvSpPr>
        <p:spPr>
          <a:xfrm>
            <a:off x="11801918" y="6566624"/>
            <a:ext cx="157671" cy="131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6" name="Google Shape;816;p11"/>
          <p:cNvSpPr txBox="1"/>
          <p:nvPr>
            <p:ph type="title"/>
          </p:nvPr>
        </p:nvSpPr>
        <p:spPr>
          <a:xfrm>
            <a:off x="434522" y="2613090"/>
            <a:ext cx="11317602" cy="1626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/>
              <a:t>THANK YOU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P World Template">
  <a:themeElements>
    <a:clrScheme name="Custom 123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1E1450"/>
      </a:accent1>
      <a:accent2>
        <a:srgbClr val="FF2261"/>
      </a:accent2>
      <a:accent3>
        <a:srgbClr val="FF3C14"/>
      </a:accent3>
      <a:accent4>
        <a:srgbClr val="FFBD00"/>
      </a:accent4>
      <a:accent5>
        <a:srgbClr val="3230BE"/>
      </a:accent5>
      <a:accent6>
        <a:srgbClr val="00E68C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2021-10-25T05:43:15Z</dcterms:created>
  <dc:creator>Laifong Wong</dc:creator>
</cp:coreProperties>
</file>